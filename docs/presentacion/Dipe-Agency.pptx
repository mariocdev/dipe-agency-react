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26f970d1b284cb9" /><Relationship Type="http://schemas.openxmlformats.org/officeDocument/2006/relationships/extended-properties" Target="/docProps/app.xml" Id="R29bf5f39edcb4031" /><Relationship Type="http://schemas.openxmlformats.org/officeDocument/2006/relationships/officeDocument" Target="/ppt/presentation.xml" Id="R161a9fe2742b43de" /></Relationships>
</file>

<file path=ppt/presentation.xml><?xml version="1.0" encoding="utf-8"?>
<p:presentation xmlns:p="http://schemas.openxmlformats.org/presentationml/2006/main">
  <p:sldMasterIdLst>
    <p:sldMasterId xmlns:r="http://schemas.openxmlformats.org/officeDocument/2006/relationships" id="2147483648" r:id="R71b1a124ec024d9c"/>
  </p:sldMasterIdLst>
  <p:notesMasterIdLst>
    <p:notesMasterId xmlns:r="http://schemas.openxmlformats.org/officeDocument/2006/relationships" r:id="Re7296b1e08244d4c"/>
  </p:notesMasterIdLst>
  <p:sldIdLst>
    <p:sldId xmlns:r="http://schemas.openxmlformats.org/officeDocument/2006/relationships" id="256" r:id="R65e39d96d1da409a"/>
    <p:sldId xmlns:r="http://schemas.openxmlformats.org/officeDocument/2006/relationships" id="257" r:id="R33ff18703e7a4f28"/>
    <p:sldId xmlns:r="http://schemas.openxmlformats.org/officeDocument/2006/relationships" id="258" r:id="R70bbc26f76a54a54"/>
    <p:sldId xmlns:r="http://schemas.openxmlformats.org/officeDocument/2006/relationships" id="259" r:id="R91efb3abb12547f7"/>
    <p:sldId xmlns:r="http://schemas.openxmlformats.org/officeDocument/2006/relationships" id="260" r:id="R8b78c3417da14c99"/>
    <p:sldId xmlns:r="http://schemas.openxmlformats.org/officeDocument/2006/relationships" id="261" r:id="Rd8382371077247c4"/>
    <p:sldId xmlns:r="http://schemas.openxmlformats.org/officeDocument/2006/relationships" id="262" r:id="Rfdfa269db47b466b"/>
    <p:sldId xmlns:r="http://schemas.openxmlformats.org/officeDocument/2006/relationships" id="263" r:id="R7d5d1c3b62f947dd"/>
    <p:sldId xmlns:r="http://schemas.openxmlformats.org/officeDocument/2006/relationships" id="264" r:id="R1672b73ad0c94c04"/>
    <p:sldId xmlns:r="http://schemas.openxmlformats.org/officeDocument/2006/relationships" id="265" r:id="R70d072623cab40b4"/>
    <p:sldId xmlns:r="http://schemas.openxmlformats.org/officeDocument/2006/relationships" id="266" r:id="R755ae1ec911c4665"/>
    <p:sldId xmlns:r="http://schemas.openxmlformats.org/officeDocument/2006/relationships" id="267" r:id="R53be32272c7941c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7c47007fa79403f" /><Relationship Type="http://schemas.openxmlformats.org/officeDocument/2006/relationships/slideMaster" Target="/ppt/slideMasters/slideMaster1.xml" Id="R71b1a124ec024d9c" /><Relationship Type="http://schemas.openxmlformats.org/officeDocument/2006/relationships/notesMaster" Target="/ppt/notesMasters/notesMaster1.xml" Id="Re7296b1e08244d4c" /><Relationship Type="http://schemas.openxmlformats.org/officeDocument/2006/relationships/presProps" Target="/ppt/presProps.xml" Id="R1768163789c74eda" /><Relationship Type="http://schemas.openxmlformats.org/officeDocument/2006/relationships/tableStyles" Target="/ppt/tableStyles.xml" Id="R54eb98692bf54576" /><Relationship Type="http://schemas.openxmlformats.org/officeDocument/2006/relationships/slide" Target="/ppt/slides/slide1.xml" Id="R65e39d96d1da409a" /><Relationship Type="http://schemas.openxmlformats.org/officeDocument/2006/relationships/slide" Target="/ppt/slides/slide2.xml" Id="R33ff18703e7a4f28" /><Relationship Type="http://schemas.openxmlformats.org/officeDocument/2006/relationships/slide" Target="/ppt/slides/slide3.xml" Id="R70bbc26f76a54a54" /><Relationship Type="http://schemas.openxmlformats.org/officeDocument/2006/relationships/slide" Target="/ppt/slides/slide4.xml" Id="R91efb3abb12547f7" /><Relationship Type="http://schemas.openxmlformats.org/officeDocument/2006/relationships/slide" Target="/ppt/slides/slide5.xml" Id="R8b78c3417da14c99" /><Relationship Type="http://schemas.openxmlformats.org/officeDocument/2006/relationships/slide" Target="/ppt/slides/slide6.xml" Id="Rd8382371077247c4" /><Relationship Type="http://schemas.openxmlformats.org/officeDocument/2006/relationships/slide" Target="/ppt/slides/slide7.xml" Id="Rfdfa269db47b466b" /><Relationship Type="http://schemas.openxmlformats.org/officeDocument/2006/relationships/slide" Target="/ppt/slides/slide8.xml" Id="R7d5d1c3b62f947dd" /><Relationship Type="http://schemas.openxmlformats.org/officeDocument/2006/relationships/slide" Target="/ppt/slides/slide9.xml" Id="R1672b73ad0c94c04" /><Relationship Type="http://schemas.openxmlformats.org/officeDocument/2006/relationships/slide" Target="/ppt/slides/slide10.xml" Id="R70d072623cab40b4" /><Relationship Type="http://schemas.openxmlformats.org/officeDocument/2006/relationships/slide" Target="/ppt/slides/slide11.xml" Id="R755ae1ec911c4665" /><Relationship Type="http://schemas.openxmlformats.org/officeDocument/2006/relationships/slide" Target="/ppt/slides/slide12.xml" Id="R53be32272c7941c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1feda41b8d3477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02cc94b6fef4ebd" /><Relationship Type="http://schemas.openxmlformats.org/officeDocument/2006/relationships/notesMaster" Target="/ppt/notesMasters/notesMaster1.xml" Id="R05373c258adb4949" /></Relationships>
</file>

<file path=ppt/notesSlides/_rels/notesSlide2.xml.rels>&#65279;<?xml version="1.0" encoding="utf-8"?><Relationships xmlns="http://schemas.openxmlformats.org/package/2006/relationships"><Relationship Type="http://schemas.openxmlformats.org/officeDocument/2006/relationships/slide" Target="/ppt/slides/slide2.xml" Id="Rca0ed58062f54584" /><Relationship Type="http://schemas.openxmlformats.org/officeDocument/2006/relationships/notesMaster" Target="/ppt/notesMasters/notesMaster1.xml" Id="R671b543331364903" /></Relationships>
</file>

<file path=ppt/notesSlides/_rels/notesSlide3.xml.rels>&#65279;<?xml version="1.0" encoding="utf-8"?><Relationships xmlns="http://schemas.openxmlformats.org/package/2006/relationships"><Relationship Type="http://schemas.openxmlformats.org/officeDocument/2006/relationships/slide" Target="/ppt/slides/slide3.xml" Id="R76384d483fbc40d8" /><Relationship Type="http://schemas.openxmlformats.org/officeDocument/2006/relationships/notesMaster" Target="/ppt/notesMasters/notesMaster1.xml" Id="Rb9357ddaf13743d0" /></Relationships>
</file>

<file path=ppt/notesSlides/_rels/notesSlide4.xml.rels>&#65279;<?xml version="1.0" encoding="utf-8"?><Relationships xmlns="http://schemas.openxmlformats.org/package/2006/relationships"><Relationship Type="http://schemas.openxmlformats.org/officeDocument/2006/relationships/slide" Target="/ppt/slides/slide4.xml" Id="R5749999ea2e947c7" /><Relationship Type="http://schemas.openxmlformats.org/officeDocument/2006/relationships/notesMaster" Target="/ppt/notesMasters/notesMaster1.xml" Id="Rc1ec912522e74a71" /></Relationships>
</file>

<file path=ppt/notesSlides/_rels/notesSlide5.xml.rels>&#65279;<?xml version="1.0" encoding="utf-8"?><Relationships xmlns="http://schemas.openxmlformats.org/package/2006/relationships"><Relationship Type="http://schemas.openxmlformats.org/officeDocument/2006/relationships/slide" Target="/ppt/slides/slide5.xml" Id="R6ff580532af947b7" /><Relationship Type="http://schemas.openxmlformats.org/officeDocument/2006/relationships/notesMaster" Target="/ppt/notesMasters/notesMaster1.xml" Id="R1c083da085fd4897" /></Relationships>
</file>

<file path=ppt/notesSlides/_rels/notesSlide6.xml.rels>&#65279;<?xml version="1.0" encoding="utf-8"?><Relationships xmlns="http://schemas.openxmlformats.org/package/2006/relationships"><Relationship Type="http://schemas.openxmlformats.org/officeDocument/2006/relationships/slide" Target="/ppt/slides/slide6.xml" Id="R2a2f4433fe5f48d3" /><Relationship Type="http://schemas.openxmlformats.org/officeDocument/2006/relationships/notesMaster" Target="/ppt/notesMasters/notesMaster1.xml" Id="Rf55c29949ce542e5" /></Relationships>
</file>

<file path=ppt/notesSlides/_rels/notesSlide7.xml.rels>&#65279;<?xml version="1.0" encoding="utf-8"?><Relationships xmlns="http://schemas.openxmlformats.org/package/2006/relationships"><Relationship Type="http://schemas.openxmlformats.org/officeDocument/2006/relationships/slide" Target="/ppt/slides/slide7.xml" Id="R7ce9c6cad9064d42" /><Relationship Type="http://schemas.openxmlformats.org/officeDocument/2006/relationships/notesMaster" Target="/ppt/notesMasters/notesMaster1.xml" Id="Rc5c7572438c146f3" /></Relationships>
</file>

<file path=ppt/notesSlides/_rels/notesSlide8.xml.rels>&#65279;<?xml version="1.0" encoding="utf-8"?><Relationships xmlns="http://schemas.openxmlformats.org/package/2006/relationships"><Relationship Type="http://schemas.openxmlformats.org/officeDocument/2006/relationships/slide" Target="/ppt/slides/slide8.xml" Id="R14fd08796ba74af7" /><Relationship Type="http://schemas.openxmlformats.org/officeDocument/2006/relationships/notesMaster" Target="/ppt/notesMasters/notesMaster1.xml" Id="Rb3f858d073824523" /></Relationships>
</file>

<file path=ppt/notesSlides/_rels/notesSlide9.xml.rels>&#65279;<?xml version="1.0" encoding="utf-8"?><Relationships xmlns="http://schemas.openxmlformats.org/package/2006/relationships"><Relationship Type="http://schemas.openxmlformats.org/officeDocument/2006/relationships/slide" Target="/ppt/slides/slide9.xml" Id="R689b9edfffa94c12" /><Relationship Type="http://schemas.openxmlformats.org/officeDocument/2006/relationships/notesMaster" Target="/ppt/notesMasters/notesMaster1.xml" Id="R2d521807ecdc4a1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76d7e787e5742ed" /><Relationship Type="http://schemas.openxmlformats.org/officeDocument/2006/relationships/notesMaster" Target="/ppt/notesMasters/notesMaster1.xml" Id="Rabc5bae70935450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249d400b8e34e27" /><Relationship Type="http://schemas.openxmlformats.org/officeDocument/2006/relationships/notesMaster" Target="/ppt/notesMasters/notesMaster1.xml" Id="R69b87ca925d1490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0747fc7caf74796" /><Relationship Type="http://schemas.openxmlformats.org/officeDocument/2006/relationships/notesMaster" Target="/ppt/notesMasters/notesMaster1.xml" Id="R577c1c343c224aa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sugerida: 45 segundos. Objetivo: combinar diseño propio y administración editorial sencilla. Fuentes de implementación: README.md y PLAN_PARA_TERRA.md locales del 19-10-2026. La base visual figura aprobada; las capturas PageSpeed acreditan estas ejecuciones en pruebas, sin identificar un commit publicado. La imagen es la captura de Home aportada por el usuario para la revisión de portada. La leyenda original se conserva por petición del usuario; esta imagen no procede del informe PageSpeed.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segundos. Headless separa gestión y presentación mediante una API. En este proyecto React vive dentro del tema del mismo WordPress. WordPress resuelve URL, estado HTTP y metadatos. React pinta el cuerpo en el navegador y lee contenido por REST. No hay segundo servidor Node, SSR ni prerender en la versión documentada. React por sí solo no garantiza velocidad ni SEO. Fuente: README.md, arquitectura.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 segundos. React y Vite generan interfaz y recursos estáticos. El tema dipe-react carga manifiesto, shell y configuración pública. dipe-core agrupa CPT, ACF, REST, formularios y ajustes para que sobrevivan a un cambio de tema. Ejemplo: la tarjeta se dibuja en React, el proyecto se administra en WordPress y el tema conecta ambas partes. Fuente: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 segundos. Explicar la secuencia del proyecto sin presentarla como una instalación automática. WordPress y alojamiento, modelo editorial con ACF, tema con React, diseño responsive, movimiento e integraciones. La publicación final es una fase pendiente. Fuentes: README.md y docs/plan-lanzamiento.md.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segundos. Las corporativas tienen textos, estructura y medios fijos en React. WordPress administra entradas, categorías, proyectos, equipo, medios, menús y logos. CSS propio con tokens y base Bootstrap. GSAP en la intro y CSS/observadores para movimiento. Hay tratamientos de movimiento reducido, sin certificar accesibilidad completa. Fuente: README.md. Faltan capturas completas aportadas de blog y proyectos; no se fabrican ejemplos.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65 segundos. ACF PRO estructura datos. Yoast aporta metadatos, schema y sitemap. Rocket sirve caché y WebP Express se destina a imágenes, con configuración efectiva por revisar en servidor. CookieYes es el gestor elegido, con revisión final pendiente. Formularios propios: el servidor valida, aplica protecciones básicas, registra solicitudes privadas e intenta avisar con wp_mail/PHPMailer. Un registro aceptado no acredita recepción en el buzón. Pendientes: entregabilidad, retención/borrado, CV y consentimiento. Actualizaciones, permisos y copias siguen siendo necesarios. Fuente: README.md y docs/plan-lanzamiento.md.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75 segundos. Todas las ejecuciones, sin selección del mejor valor ni media global. Cada celda muestra móvil / escritorio. LCP mide cuándo aparece el mayor contenido y CLS los saltos de diseño. Home móvil 0,212 y Agencia 0,125/0,292 merecen atención. Los informes señalan recursos que bloquean el renderizado e imágenes sin dimensiones explícitas, pero no identificamos aquí la causa exacta de cada salto. TBT 0 ms en todas; el anexo conserva las otras métricas.</a:t>
            </a:r>
          </a:p>
          <a:p xmlns:a="http://schemas.openxmlformats.org/drawingml/2006/main">
            <a:r>
              <a:t>Fuente: capturas PageSpeed facilitadas por el usuario, 19-10-2026. Mediciones puntuales de laboratorio Lighthouse en pruebas. CrUX: no hay datos. Loader: estado no confirmado. Los enlaces no se pudieron consultar; transcripción desde las capturas. TBT 0 ms en las diez ejecuciones; no equivale a INP. No hay comparación causal antes/después.</a:t>
            </a:r>
          </a:p>
          <a:p xmlns:a="http://schemas.openxmlformats.org/drawingml/2006/main">
            <a:r>
              <a:t>Home: https://bonsolis.servidordepruebas.net/</a:t>
            </a:r>
          </a:p>
          <a:p xmlns:a="http://schemas.openxmlformats.org/drawingml/2006/main">
            <a:r>
              <a:t>19-10-2026 10:52:03 (hora mostrada por PageSpeed).</a:t>
            </a:r>
          </a:p>
          <a:p xmlns:a="http://schemas.openxmlformats.org/drawingml/2006/main">
            <a:r>
              <a:t>https://pagespeed.web.dev/analysis/https-bonsolis-servidordepruebas-net/slceq65gkr?form_factor=mobile</a:t>
            </a:r>
          </a:p>
          <a:p xmlns:a="http://schemas.openxmlformats.org/drawingml/2006/main">
            <a:r>
              <a:t>Capturas: codex-clipboard-86312898-811e-4526-849a-f41fb938ca33.png (móvil), codex-clipboard-1f666095-4b8d-4802-8057-5a5c853728c8.png (escritorio).</a:t>
            </a:r>
          </a:p>
          <a:p xmlns:a="http://schemas.openxmlformats.org/drawingml/2006/main">
            <a:r>
              <a:t/>
            </a:r>
          </a:p>
          <a:p xmlns:a="http://schemas.openxmlformats.org/drawingml/2006/main">
            <a:r>
              <a:t>Agencia: https://bonsolis.servidordepruebas.net/agencia-desarrollo-web/</a:t>
            </a:r>
          </a:p>
          <a:p xmlns:a="http://schemas.openxmlformats.org/drawingml/2006/main">
            <a:r>
              <a:t>19-10-2026 10:52:48 (hora mostrada por PageSpeed).</a:t>
            </a:r>
          </a:p>
          <a:p xmlns:a="http://schemas.openxmlformats.org/drawingml/2006/main">
            <a:r>
              <a:t>https://pagespeed.web.dev/analysis/https-bonsolis-servidordepruebas-net-agencia-desarrollo-web/tu9u5a5k2s?form_factor=mobile</a:t>
            </a:r>
          </a:p>
          <a:p xmlns:a="http://schemas.openxmlformats.org/drawingml/2006/main">
            <a:r>
              <a:t>Capturas: codex-clipboard-2aebac59-5f36-412b-ab02-e1fc491eea98.png (móvil), codex-clipboard-176d104c-338d-4601-9c5e-8c17d6e5ad9e.png (escritorio).</a:t>
            </a:r>
          </a:p>
          <a:p xmlns:a="http://schemas.openxmlformats.org/drawingml/2006/main">
            <a:r>
              <a:t/>
            </a:r>
          </a:p>
          <a:p xmlns:a="http://schemas.openxmlformats.org/drawingml/2006/main">
            <a:r>
              <a:t>Proyectos: https://bonsolis.servidordepruebas.net/proyectos/</a:t>
            </a:r>
          </a:p>
          <a:p xmlns:a="http://schemas.openxmlformats.org/drawingml/2006/main">
            <a:r>
              <a:t>19-10-2026 10:54:32 (hora mostrada por PageSpeed).</a:t>
            </a:r>
          </a:p>
          <a:p xmlns:a="http://schemas.openxmlformats.org/drawingml/2006/main">
            <a:r>
              <a:t>https://pagespeed.web.dev/analysis/https-bonsolis-servidordepruebas-net-proyectos/72l6e3bhwn?form_factor=mobile</a:t>
            </a:r>
          </a:p>
          <a:p xmlns:a="http://schemas.openxmlformats.org/drawingml/2006/main">
            <a:r>
              <a:t>Capturas: codex-clipboard-895a3247-f7c5-4e44-9359-74d6f4b8e0f8.png (móvil), codex-clipboard-d2d98e3f-35fb-4043-8ab6-ff22514f15d0.png (escritorio).</a:t>
            </a:r>
          </a:p>
          <a:p xmlns:a="http://schemas.openxmlformats.org/drawingml/2006/main">
            <a:r>
              <a:t/>
            </a:r>
          </a:p>
          <a:p xmlns:a="http://schemas.openxmlformats.org/drawingml/2006/main">
            <a:r>
              <a:t>Desarrollo web: https://bonsolis.servidordepruebas.net/desarrollo-web/</a:t>
            </a:r>
          </a:p>
          <a:p xmlns:a="http://schemas.openxmlformats.org/drawingml/2006/main">
            <a:r>
              <a:t>19-10-2026 10:55:30 (hora mostrada por PageSpeed).</a:t>
            </a:r>
          </a:p>
          <a:p xmlns:a="http://schemas.openxmlformats.org/drawingml/2006/main">
            <a:r>
              <a:t>https://pagespeed.web.dev/analysis/https-bonsolis-servidordepruebas-net-desarrollo-web/pjsov0geu4?form_factor=mobile</a:t>
            </a:r>
          </a:p>
          <a:p xmlns:a="http://schemas.openxmlformats.org/drawingml/2006/main">
            <a:r>
              <a:t>Capturas: codex-clipboard-bca79170-352d-478c-89aa-9246a7f45de8.png (móvil), codex-clipboard-cde3fc29-ed77-46f9-a96d-64b61e60d13f.png (escritorio).</a:t>
            </a:r>
          </a:p>
          <a:p xmlns:a="http://schemas.openxmlformats.org/drawingml/2006/main">
            <a:r>
              <a:t/>
            </a:r>
          </a:p>
          <a:p xmlns:a="http://schemas.openxmlformats.org/drawingml/2006/main">
            <a:r>
              <a:t>WordPress: https://bonsolis.servidordepruebas.net/desarrollo-web/desarrollo-web-wordpress/</a:t>
            </a:r>
          </a:p>
          <a:p xmlns:a="http://schemas.openxmlformats.org/drawingml/2006/main">
            <a:r>
              <a:t>19-10-2026 10:56:58 (hora mostrada por PageSpeed).</a:t>
            </a:r>
          </a:p>
          <a:p xmlns:a="http://schemas.openxmlformats.org/drawingml/2006/main">
            <a:r>
              <a:t>https://pagespeed.web.dev/analysis/https-bonsolis-servidordepruebas-net-desarrollo-web-desarrollo-web-wordpress/u3xopkni0p?form_factor=mobile</a:t>
            </a:r>
          </a:p>
          <a:p xmlns:a="http://schemas.openxmlformats.org/drawingml/2006/main">
            <a:r>
              <a:t>Capturas: codex-clipboard-ae53019e-606a-4d81-850e-de9c0b710bc3.png (móvil), codex-clipboard-d5b6b385-acd8-4a0b-bda7-31ba75e5af18.png (escritorio).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 segundos. Lighthouse SEO: Home, Agencia, Desarrollo web y WordPress 100; Proyectos 92 en ambos modos. El informe de Proyectos señala ausencia de metadescripción. El código local ya contiene una opción para el SEO del archivo, pero estas capturas no prueban que se haya completado su configuración en servidor. Resolverlo sin asumir un fallo de código. Los resultados enriquecidos requieren otra evidencia: herramienta, URL, fecha, tipos compatibles, errores y advertencias. La puntuación SEO no demuestra ranking ni indexación. Un schema válido no garantiza resultado enriquecido.</a:t>
            </a:r>
          </a:p>
          <a:p xmlns:a="http://schemas.openxmlformats.org/drawingml/2006/main">
            <a:r>
              <a:t>Fuente: capturas PageSpeed facilitadas por el usuario, 19-10-2026. Mediciones puntuales de laboratorio Lighthouse en pruebas. CrUX: no hay datos. Loader: estado no confirmado. Los enlaces no se pudieron consultar; transcripción desde las capturas. TBT 0 ms en las diez ejecuciones; no equivale a INP. No hay comparación causal antes/después.</a:t>
            </a:r>
          </a:p>
          <a:p xmlns:a="http://schemas.openxmlformats.org/drawingml/2006/main">
            <a:r>
              <a:t>Home: https://bonsolis.servidordepruebas.net/</a:t>
            </a:r>
          </a:p>
          <a:p xmlns:a="http://schemas.openxmlformats.org/drawingml/2006/main">
            <a:r>
              <a:t>19-10-2026 10:52:03 (hora mostrada por PageSpeed).</a:t>
            </a:r>
          </a:p>
          <a:p xmlns:a="http://schemas.openxmlformats.org/drawingml/2006/main">
            <a:r>
              <a:t>https://pagespeed.web.dev/analysis/https-bonsolis-servidordepruebas-net/slceq65gkr?form_factor=mobile</a:t>
            </a:r>
          </a:p>
          <a:p xmlns:a="http://schemas.openxmlformats.org/drawingml/2006/main">
            <a:r>
              <a:t>Capturas: codex-clipboard-86312898-811e-4526-849a-f41fb938ca33.png (móvil), codex-clipboard-1f666095-4b8d-4802-8057-5a5c853728c8.png (escritorio).</a:t>
            </a:r>
          </a:p>
          <a:p xmlns:a="http://schemas.openxmlformats.org/drawingml/2006/main">
            <a:r>
              <a:t/>
            </a:r>
          </a:p>
          <a:p xmlns:a="http://schemas.openxmlformats.org/drawingml/2006/main">
            <a:r>
              <a:t>Agencia: https://bonsolis.servidordepruebas.net/agencia-desarrollo-web/</a:t>
            </a:r>
          </a:p>
          <a:p xmlns:a="http://schemas.openxmlformats.org/drawingml/2006/main">
            <a:r>
              <a:t>19-10-2026 10:52:48 (hora mostrada por PageSpeed).</a:t>
            </a:r>
          </a:p>
          <a:p xmlns:a="http://schemas.openxmlformats.org/drawingml/2006/main">
            <a:r>
              <a:t>https://pagespeed.web.dev/analysis/https-bonsolis-servidordepruebas-net-agencia-desarrollo-web/tu9u5a5k2s?form_factor=mobile</a:t>
            </a:r>
          </a:p>
          <a:p xmlns:a="http://schemas.openxmlformats.org/drawingml/2006/main">
            <a:r>
              <a:t>Capturas: codex-clipboard-2aebac59-5f36-412b-ab02-e1fc491eea98.png (móvil), codex-clipboard-176d104c-338d-4601-9c5e-8c17d6e5ad9e.png (escritorio).</a:t>
            </a:r>
          </a:p>
          <a:p xmlns:a="http://schemas.openxmlformats.org/drawingml/2006/main">
            <a:r>
              <a:t/>
            </a:r>
          </a:p>
          <a:p xmlns:a="http://schemas.openxmlformats.org/drawingml/2006/main">
            <a:r>
              <a:t>Proyectos: https://bonsolis.servidordepruebas.net/proyectos/</a:t>
            </a:r>
          </a:p>
          <a:p xmlns:a="http://schemas.openxmlformats.org/drawingml/2006/main">
            <a:r>
              <a:t>19-10-2026 10:54:32 (hora mostrada por PageSpeed).</a:t>
            </a:r>
          </a:p>
          <a:p xmlns:a="http://schemas.openxmlformats.org/drawingml/2006/main">
            <a:r>
              <a:t>https://pagespeed.web.dev/analysis/https-bonsolis-servidordepruebas-net-proyectos/72l6e3bhwn?form_factor=mobile</a:t>
            </a:r>
          </a:p>
          <a:p xmlns:a="http://schemas.openxmlformats.org/drawingml/2006/main">
            <a:r>
              <a:t>Capturas: codex-clipboard-895a3247-f7c5-4e44-9359-74d6f4b8e0f8.png (móvil), codex-clipboard-d2d98e3f-35fb-4043-8ab6-ff22514f15d0.png (escritorio).</a:t>
            </a:r>
          </a:p>
          <a:p xmlns:a="http://schemas.openxmlformats.org/drawingml/2006/main">
            <a:r>
              <a:t/>
            </a:r>
          </a:p>
          <a:p xmlns:a="http://schemas.openxmlformats.org/drawingml/2006/main">
            <a:r>
              <a:t>Desarrollo web: https://bonsolis.servidordepruebas.net/desarrollo-web/</a:t>
            </a:r>
          </a:p>
          <a:p xmlns:a="http://schemas.openxmlformats.org/drawingml/2006/main">
            <a:r>
              <a:t>19-10-2026 10:55:30 (hora mostrada por PageSpeed).</a:t>
            </a:r>
          </a:p>
          <a:p xmlns:a="http://schemas.openxmlformats.org/drawingml/2006/main">
            <a:r>
              <a:t>https://pagespeed.web.dev/analysis/https-bonsolis-servidordepruebas-net-desarrollo-web/pjsov0geu4?form_factor=mobile</a:t>
            </a:r>
          </a:p>
          <a:p xmlns:a="http://schemas.openxmlformats.org/drawingml/2006/main">
            <a:r>
              <a:t>Capturas: codex-clipboard-bca79170-352d-478c-89aa-9246a7f45de8.png (móvil), codex-clipboard-cde3fc29-ed77-46f9-a96d-64b61e60d13f.png (escritorio).</a:t>
            </a:r>
          </a:p>
          <a:p xmlns:a="http://schemas.openxmlformats.org/drawingml/2006/main">
            <a:r>
              <a:t/>
            </a:r>
          </a:p>
          <a:p xmlns:a="http://schemas.openxmlformats.org/drawingml/2006/main">
            <a:r>
              <a:t>WordPress: https://bonsolis.servidordepruebas.net/desarrollo-web/desarrollo-web-wordpress/</a:t>
            </a:r>
          </a:p>
          <a:p xmlns:a="http://schemas.openxmlformats.org/drawingml/2006/main">
            <a:r>
              <a:t>19-10-2026 10:56:58 (hora mostrada por PageSpeed).</a:t>
            </a:r>
          </a:p>
          <a:p xmlns:a="http://schemas.openxmlformats.org/drawingml/2006/main">
            <a:r>
              <a:t>https://pagespeed.web.dev/analysis/https-bonsolis-servidordepruebas-net-desarrollo-web-desarrollo-web-wordpress/u3xopkni0p?form_factor=mobile</a:t>
            </a:r>
          </a:p>
          <a:p xmlns:a="http://schemas.openxmlformats.org/drawingml/2006/main">
            <a:r>
              <a:t>Capturas: codex-clipboard-ae53019e-606a-4d81-850e-de9c0b710bc3.png (móvil), codex-clipboard-d5b6b385-acd8-4a0b-bda7-31ba75e5af18.png (escritorio).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segundos. Plan preparado y no ejecutado. Acordar dominio, copia recuperable, traslado privado de medios/datos, configuración de correo, revisión pública y caché/SEO. Conservar vuelta atrás sin perder nuevas solicitudes. Git no despliega WordPress, uploads ni base de datos. Ninguna medición en pruebas acredita el rendimiento del dominio final. Fuente: docs/plan-lanzamiento.md, 19-10-2026.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segundos. Resultados respaldados por las fuentes: diseño propio en React, gestión editorial en WordPress y separación de responsabilidades entre frontend, tema y plugin. Pendientes reales: carga inicial y CLS, metadescripción de proyectos según informe, pruebas de resultados enriquecidos, correo/privacidad y lanzamiento. El repositorio se prepara para compartir fuentes con contenido propio del lector; no incluye uploads, base de datos ni entradas/proyectos originales. Diseño y textos corporativos en React sí son visibles. No se acredita repositorio público ni se aporta URL confirmada. Licencias de código y redistribución de fuentes siguen pendientes. Fuente: README.md y docs/repositorio-publico.md.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capturas PageSpeed facilitadas por el usuario, 19-10-2026. Mediciones puntuales de laboratorio Lighthouse en pruebas. CrUX: no hay datos. Loader: estado no confirmado. Los enlaces no se pudieron consultar; transcripción desde las capturas. TBT 0 ms en las diez ejecuciones; no equivale a INP. No hay comparación causal antes/después.</a:t>
            </a:r>
          </a:p>
          <a:p xmlns:a="http://schemas.openxmlformats.org/drawingml/2006/main">
            <a:r>
              <a:t>Home: https://bonsolis.servidordepruebas.net/</a:t>
            </a:r>
          </a:p>
          <a:p xmlns:a="http://schemas.openxmlformats.org/drawingml/2006/main">
            <a:r>
              <a:t>19-10-2026 10:52:03 (hora mostrada por PageSpeed).</a:t>
            </a:r>
          </a:p>
          <a:p xmlns:a="http://schemas.openxmlformats.org/drawingml/2006/main">
            <a:r>
              <a:t>https://pagespeed.web.dev/analysis/https-bonsolis-servidordepruebas-net/slceq65gkr?form_factor=mobile</a:t>
            </a:r>
          </a:p>
          <a:p xmlns:a="http://schemas.openxmlformats.org/drawingml/2006/main">
            <a:r>
              <a:t>Capturas: codex-clipboard-86312898-811e-4526-849a-f41fb938ca33.png (móvil), codex-clipboard-1f666095-4b8d-4802-8057-5a5c853728c8.png (escritorio).</a:t>
            </a:r>
          </a:p>
          <a:p xmlns:a="http://schemas.openxmlformats.org/drawingml/2006/main">
            <a:r>
              <a:t/>
            </a:r>
          </a:p>
          <a:p xmlns:a="http://schemas.openxmlformats.org/drawingml/2006/main">
            <a:r>
              <a:t>Agencia: https://bonsolis.servidordepruebas.net/agencia-desarrollo-web/</a:t>
            </a:r>
          </a:p>
          <a:p xmlns:a="http://schemas.openxmlformats.org/drawingml/2006/main">
            <a:r>
              <a:t>19-10-2026 10:52:48 (hora mostrada por PageSpeed).</a:t>
            </a:r>
          </a:p>
          <a:p xmlns:a="http://schemas.openxmlformats.org/drawingml/2006/main">
            <a:r>
              <a:t>https://pagespeed.web.dev/analysis/https-bonsolis-servidordepruebas-net-agencia-desarrollo-web/tu9u5a5k2s?form_factor=mobile</a:t>
            </a:r>
          </a:p>
          <a:p xmlns:a="http://schemas.openxmlformats.org/drawingml/2006/main">
            <a:r>
              <a:t>Capturas: codex-clipboard-2aebac59-5f36-412b-ab02-e1fc491eea98.png (móvil), codex-clipboard-176d104c-338d-4601-9c5e-8c17d6e5ad9e.png (escritorio).</a:t>
            </a:r>
          </a:p>
          <a:p xmlns:a="http://schemas.openxmlformats.org/drawingml/2006/main">
            <a:r>
              <a:t/>
            </a:r>
          </a:p>
          <a:p xmlns:a="http://schemas.openxmlformats.org/drawingml/2006/main">
            <a:r>
              <a:t>Proyectos: https://bonsolis.servidordepruebas.net/proyectos/</a:t>
            </a:r>
          </a:p>
          <a:p xmlns:a="http://schemas.openxmlformats.org/drawingml/2006/main">
            <a:r>
              <a:t>19-10-2026 10:54:32 (hora mostrada por PageSpeed).</a:t>
            </a:r>
          </a:p>
          <a:p xmlns:a="http://schemas.openxmlformats.org/drawingml/2006/main">
            <a:r>
              <a:t>https://pagespeed.web.dev/analysis/https-bonsolis-servidordepruebas-net-proyectos/72l6e3bhwn?form_factor=mobile</a:t>
            </a:r>
          </a:p>
          <a:p xmlns:a="http://schemas.openxmlformats.org/drawingml/2006/main">
            <a:r>
              <a:t>Capturas: codex-clipboard-895a3247-f7c5-4e44-9359-74d6f4b8e0f8.png (móvil), codex-clipboard-d2d98e3f-35fb-4043-8ab6-ff22514f15d0.png (escritorio).</a:t>
            </a:r>
          </a:p>
          <a:p xmlns:a="http://schemas.openxmlformats.org/drawingml/2006/main">
            <a:r>
              <a:t/>
            </a:r>
          </a:p>
          <a:p xmlns:a="http://schemas.openxmlformats.org/drawingml/2006/main">
            <a:r>
              <a:t>Desarrollo web: https://bonsolis.servidordepruebas.net/desarrollo-web/</a:t>
            </a:r>
          </a:p>
          <a:p xmlns:a="http://schemas.openxmlformats.org/drawingml/2006/main">
            <a:r>
              <a:t>19-10-2026 10:55:30 (hora mostrada por PageSpeed).</a:t>
            </a:r>
          </a:p>
          <a:p xmlns:a="http://schemas.openxmlformats.org/drawingml/2006/main">
            <a:r>
              <a:t>https://pagespeed.web.dev/analysis/https-bonsolis-servidordepruebas-net-desarrollo-web/pjsov0geu4?form_factor=mobile</a:t>
            </a:r>
          </a:p>
          <a:p xmlns:a="http://schemas.openxmlformats.org/drawingml/2006/main">
            <a:r>
              <a:t>Capturas: codex-clipboard-bca79170-352d-478c-89aa-9246a7f45de8.png (móvil), codex-clipboard-cde3fc29-ed77-46f9-a96d-64b61e60d13f.png (escritorio).</a:t>
            </a:r>
          </a:p>
          <a:p xmlns:a="http://schemas.openxmlformats.org/drawingml/2006/main">
            <a:r>
              <a:t/>
            </a:r>
          </a:p>
          <a:p xmlns:a="http://schemas.openxmlformats.org/drawingml/2006/main">
            <a:r>
              <a:t>WordPress: https://bonsolis.servidordepruebas.net/desarrollo-web/desarrollo-web-wordpress/</a:t>
            </a:r>
          </a:p>
          <a:p xmlns:a="http://schemas.openxmlformats.org/drawingml/2006/main">
            <a:r>
              <a:t>19-10-2026 10:56:58 (hora mostrada por PageSpeed).</a:t>
            </a:r>
          </a:p>
          <a:p xmlns:a="http://schemas.openxmlformats.org/drawingml/2006/main">
            <a:r>
              <a:t>https://pagespeed.web.dev/analysis/https-bonsolis-servidordepruebas-net-desarrollo-web-desarrollo-web-wordpress/u3xopkni0p?form_factor=mobile</a:t>
            </a:r>
          </a:p>
          <a:p xmlns:a="http://schemas.openxmlformats.org/drawingml/2006/main">
            <a:r>
              <a:t>Capturas: codex-clipboard-ae53019e-606a-4d81-850e-de9c0b710bc3.png (móvil), codex-clipboard-d5b6b385-acd8-4a0b-bda7-31ba75e5af18.png (escritorio).</a:t>
            </a:r>
          </a:p>
          <a:p xmlns:a="http://schemas.openxmlformats.org/drawingml/2006/main">
            <a:r>
              <a:t>Unidades: puntuaciones sobre 100; FCP/LCP/Speed Index en segundos; CLS sin unidad. TBT 0 ms en todas.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capturas PageSpeed facilitadas por el usuario, 19-10-2026. Mediciones puntuales de laboratorio Lighthouse en pruebas. CrUX: no hay datos. Loader: estado no confirmado. Los enlaces no se pudieron consultar; transcripción desde las capturas. TBT 0 ms en las diez ejecuciones; no equivale a INP. No hay comparación causal antes/después.</a:t>
            </a:r>
          </a:p>
          <a:p xmlns:a="http://schemas.openxmlformats.org/drawingml/2006/main">
            <a:r>
              <a:t>Home: https://bonsolis.servidordepruebas.net/</a:t>
            </a:r>
          </a:p>
          <a:p xmlns:a="http://schemas.openxmlformats.org/drawingml/2006/main">
            <a:r>
              <a:t>19-10-2026 10:52:03 (hora mostrada por PageSpeed).</a:t>
            </a:r>
          </a:p>
          <a:p xmlns:a="http://schemas.openxmlformats.org/drawingml/2006/main">
            <a:r>
              <a:t>https://pagespeed.web.dev/analysis/https-bonsolis-servidordepruebas-net/slceq65gkr?form_factor=mobile</a:t>
            </a:r>
          </a:p>
          <a:p xmlns:a="http://schemas.openxmlformats.org/drawingml/2006/main">
            <a:r>
              <a:t>Capturas: codex-clipboard-86312898-811e-4526-849a-f41fb938ca33.png (móvil), codex-clipboard-1f666095-4b8d-4802-8057-5a5c853728c8.png (escritorio).</a:t>
            </a:r>
          </a:p>
          <a:p xmlns:a="http://schemas.openxmlformats.org/drawingml/2006/main">
            <a:r>
              <a:t/>
            </a:r>
          </a:p>
          <a:p xmlns:a="http://schemas.openxmlformats.org/drawingml/2006/main">
            <a:r>
              <a:t>Agencia: https://bonsolis.servidordepruebas.net/agencia-desarrollo-web/</a:t>
            </a:r>
          </a:p>
          <a:p xmlns:a="http://schemas.openxmlformats.org/drawingml/2006/main">
            <a:r>
              <a:t>19-10-2026 10:52:48 (hora mostrada por PageSpeed).</a:t>
            </a:r>
          </a:p>
          <a:p xmlns:a="http://schemas.openxmlformats.org/drawingml/2006/main">
            <a:r>
              <a:t>https://pagespeed.web.dev/analysis/https-bonsolis-servidordepruebas-net-agencia-desarrollo-web/tu9u5a5k2s?form_factor=mobile</a:t>
            </a:r>
          </a:p>
          <a:p xmlns:a="http://schemas.openxmlformats.org/drawingml/2006/main">
            <a:r>
              <a:t>Capturas: codex-clipboard-2aebac59-5f36-412b-ab02-e1fc491eea98.png (móvil), codex-clipboard-176d104c-338d-4601-9c5e-8c17d6e5ad9e.png (escritorio).</a:t>
            </a:r>
          </a:p>
          <a:p xmlns:a="http://schemas.openxmlformats.org/drawingml/2006/main">
            <a:r>
              <a:t/>
            </a:r>
          </a:p>
          <a:p xmlns:a="http://schemas.openxmlformats.org/drawingml/2006/main">
            <a:r>
              <a:t>Proyectos: https://bonsolis.servidordepruebas.net/proyectos/</a:t>
            </a:r>
          </a:p>
          <a:p xmlns:a="http://schemas.openxmlformats.org/drawingml/2006/main">
            <a:r>
              <a:t>19-10-2026 10:54:32 (hora mostrada por PageSpeed).</a:t>
            </a:r>
          </a:p>
          <a:p xmlns:a="http://schemas.openxmlformats.org/drawingml/2006/main">
            <a:r>
              <a:t>https://pagespeed.web.dev/analysis/https-bonsolis-servidordepruebas-net-proyectos/72l6e3bhwn?form_factor=mobile</a:t>
            </a:r>
          </a:p>
          <a:p xmlns:a="http://schemas.openxmlformats.org/drawingml/2006/main">
            <a:r>
              <a:t>Capturas: codex-clipboard-895a3247-f7c5-4e44-9359-74d6f4b8e0f8.png (móvil), codex-clipboard-d2d98e3f-35fb-4043-8ab6-ff22514f15d0.png (escritorio).</a:t>
            </a:r>
          </a:p>
          <a:p xmlns:a="http://schemas.openxmlformats.org/drawingml/2006/main">
            <a:r>
              <a:t/>
            </a:r>
          </a:p>
          <a:p xmlns:a="http://schemas.openxmlformats.org/drawingml/2006/main">
            <a:r>
              <a:t>Desarrollo web: https://bonsolis.servidordepruebas.net/desarrollo-web/</a:t>
            </a:r>
          </a:p>
          <a:p xmlns:a="http://schemas.openxmlformats.org/drawingml/2006/main">
            <a:r>
              <a:t>19-10-2026 10:55:30 (hora mostrada por PageSpeed).</a:t>
            </a:r>
          </a:p>
          <a:p xmlns:a="http://schemas.openxmlformats.org/drawingml/2006/main">
            <a:r>
              <a:t>https://pagespeed.web.dev/analysis/https-bonsolis-servidordepruebas-net-desarrollo-web/pjsov0geu4?form_factor=mobile</a:t>
            </a:r>
          </a:p>
          <a:p xmlns:a="http://schemas.openxmlformats.org/drawingml/2006/main">
            <a:r>
              <a:t>Capturas: codex-clipboard-bca79170-352d-478c-89aa-9246a7f45de8.png (móvil), codex-clipboard-cde3fc29-ed77-46f9-a96d-64b61e60d13f.png (escritorio).</a:t>
            </a:r>
          </a:p>
          <a:p xmlns:a="http://schemas.openxmlformats.org/drawingml/2006/main">
            <a:r>
              <a:t/>
            </a:r>
          </a:p>
          <a:p xmlns:a="http://schemas.openxmlformats.org/drawingml/2006/main">
            <a:r>
              <a:t>WordPress: https://bonsolis.servidordepruebas.net/desarrollo-web/desarrollo-web-wordpress/</a:t>
            </a:r>
          </a:p>
          <a:p xmlns:a="http://schemas.openxmlformats.org/drawingml/2006/main">
            <a:r>
              <a:t>19-10-2026 10:56:58 (hora mostrada por PageSpeed).</a:t>
            </a:r>
          </a:p>
          <a:p xmlns:a="http://schemas.openxmlformats.org/drawingml/2006/main">
            <a:r>
              <a:t>https://pagespeed.web.dev/analysis/https-bonsolis-servidordepruebas-net-desarrollo-web-desarrollo-web-wordpress/u3xopkni0p?form_factor=mobile</a:t>
            </a:r>
          </a:p>
          <a:p xmlns:a="http://schemas.openxmlformats.org/drawingml/2006/main">
            <a:r>
              <a:t>Capturas: codex-clipboard-ae53019e-606a-4d81-850e-de9c0b710bc3.png (móvil), codex-clipboard-d5b6b385-acd8-4a0b-bda7-31ba75e5af18.png (escritorio).</a:t>
            </a:r>
          </a:p>
          <a:p xmlns:a="http://schemas.openxmlformats.org/drawingml/2006/main">
            <a:r>
              <a:t>Unidades: puntuaciones sobre 100; FCP/LCP/Speed Index en segundos; CLS sin unidad. TBT 0 ms en todas.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c16bf520816403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21c0484696d4b3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b748d7ca3eb461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67ec165d177473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aacc63c9f6345b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b2d1460bd91456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68D4C9C-FF39-49FC-A33C-623540D7DA6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B411818-FCF6-4F9C-9932-4B3CB0F6F11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D21F8FC-7333-44E8-8AC7-A0107AF8941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43340E3-8EFC-429F-9CF2-11F26E269DC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114AE47-D515-4651-BFF5-6CC7D1B0E2A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63E6083-C39C-4DC1-B1CB-331D61BF70A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8F28D37-145F-426D-AB4A-7421A6857E7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0708DF5-69AE-43F1-9198-4CE3E354700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8D79CAB-92D5-4708-B731-AC203F9D0C6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9B8374C-7E6B-4F04-BBA5-F62AB137AB0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cf979490df54c1c" /><Relationship Type="http://schemas.openxmlformats.org/officeDocument/2006/relationships/slideLayout" Target="/ppt/slideLayouts/slideLayout1.xml" Id="R0de0f047f7844ca8" /><Relationship Type="http://schemas.openxmlformats.org/officeDocument/2006/relationships/slideLayout" Target="/ppt/slideLayouts/slideLayout2.xml" Id="R919147e698fc4167" /><Relationship Type="http://schemas.openxmlformats.org/officeDocument/2006/relationships/slideLayout" Target="/ppt/slideLayouts/slideLayout3.xml" Id="Rbac3f7542b1e4b29" /><Relationship Type="http://schemas.openxmlformats.org/officeDocument/2006/relationships/slideLayout" Target="/ppt/slideLayouts/slideLayout4.xml" Id="R130409db6a304c69" /><Relationship Type="http://schemas.openxmlformats.org/officeDocument/2006/relationships/slideLayout" Target="/ppt/slideLayouts/slideLayout5.xml" Id="Rdaced23ab5204da0" /><Relationship Type="http://schemas.openxmlformats.org/officeDocument/2006/relationships/slideLayout" Target="/ppt/slideLayouts/slideLayout6.xml" Id="R3b05a0af282745d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de0f047f7844ca8"/>
    <p:sldLayoutId xmlns:r="http://schemas.openxmlformats.org/officeDocument/2006/relationships" id="2147483650" r:id="R919147e698fc4167"/>
    <p:sldLayoutId xmlns:r="http://schemas.openxmlformats.org/officeDocument/2006/relationships" id="2147483651" r:id="Rbac3f7542b1e4b29"/>
    <p:sldLayoutId xmlns:r="http://schemas.openxmlformats.org/officeDocument/2006/relationships" id="2147483652" r:id="R130409db6a304c69"/>
    <p:sldLayoutId xmlns:r="http://schemas.openxmlformats.org/officeDocument/2006/relationships" id="2147483653" r:id="Rdaced23ab5204da0"/>
    <p:sldLayoutId xmlns:r="http://schemas.openxmlformats.org/officeDocument/2006/relationships" id="2147483654" r:id="R3b05a0af282745d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d99901618c84ca6" /><Relationship Type="http://schemas.openxmlformats.org/officeDocument/2006/relationships/image" Target="/ppt/media/image.png" Id="Rdfbd7ebb9f754e35" /><Relationship Type="http://schemas.openxmlformats.org/officeDocument/2006/relationships/notesSlide" Target="/ppt/notesSlides/notesSlide1.xml" Id="Rbacbfea1d0d1444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e75e5f43c6344a4" /><Relationship Type="http://schemas.openxmlformats.org/officeDocument/2006/relationships/notesSlide" Target="/ppt/notesSlides/notesSlide2.xml" Id="R20e826b9bed4452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48b891f120e4eb1" /><Relationship Type="http://schemas.openxmlformats.org/officeDocument/2006/relationships/notesSlide" Target="/ppt/notesSlides/notesSlide3.xml" Id="Rf0bd9c5567614b6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b8aa4fa3a8d4aec" /><Relationship Type="http://schemas.openxmlformats.org/officeDocument/2006/relationships/notesSlide" Target="/ppt/notesSlides/notesSlide4.xml" Id="R539e5cc821d5497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8fdc5f5001e4caf" /><Relationship Type="http://schemas.openxmlformats.org/officeDocument/2006/relationships/notesSlide" Target="/ppt/notesSlides/notesSlide5.xml" Id="R4b1f973f0e61408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589d910ecaf4cbb" /><Relationship Type="http://schemas.openxmlformats.org/officeDocument/2006/relationships/notesSlide" Target="/ppt/notesSlides/notesSlide6.xml" Id="Rbb9c0be983fc4a1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6a8510d0ea24f53" /><Relationship Type="http://schemas.openxmlformats.org/officeDocument/2006/relationships/notesSlide" Target="/ppt/notesSlides/notesSlide7.xml" Id="Rdf2ed4dd122840b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5da4d5aaeeb4ff0" /><Relationship Type="http://schemas.openxmlformats.org/officeDocument/2006/relationships/notesSlide" Target="/ppt/notesSlides/notesSlide8.xml" Id="R2c44b698a8d740f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0c360298650440f" /><Relationship Type="http://schemas.openxmlformats.org/officeDocument/2006/relationships/notesSlide" Target="/ppt/notesSlides/notesSlide9.xml" Id="R35f1188572fb4f8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4897048cbc342b4" /><Relationship Type="http://schemas.openxmlformats.org/officeDocument/2006/relationships/notesSlide" Target="/ppt/notesSlides/notesSlide10.xml" Id="R1de0e9905179464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4ffabf95a984c81" /><Relationship Type="http://schemas.openxmlformats.org/officeDocument/2006/relationships/notesSlide" Target="/ppt/notesSlides/notesSlide11.xml" Id="Rc62647f6d20f4b9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0c937e481534013" /><Relationship Type="http://schemas.openxmlformats.org/officeDocument/2006/relationships/notesSlide" Target="/ppt/notesSlides/notesSlide12.xml" Id="R35b55331828f45c2" /></Relationships>
</file>

<file path=ppt/slides/slide1.xml><?xml version="1.0" encoding="utf-8"?>
<p:sld xmlns:p="http://schemas.openxmlformats.org/presentationml/2006/main">
  <p:cSld>
    <p:bg>
      <p:bgPr>
        <a:solidFill xmlns:a="http://schemas.openxmlformats.org/drawingml/2006/main">
          <a:srgbClr val="14141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CB92FB2-C086-45A2-8B82-621A032F37DD}"/>
              </a:ext>
            </a:extLst>
          </p:cNvPr>
          <p:cNvSpPr>
            <a:spLocks xmlns:a="http://schemas.openxmlformats.org/drawingml/2006/main" noGrp="1"/>
          </p:cNvSpPr>
          <p:nvPr/>
        </p:nvSpPr>
        <p:spPr>
          <a:xfrm xmlns:a="http://schemas.openxmlformats.org/drawingml/2006/main">
            <a:off x="609600" y="4572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FFFFF"/>
                </a:solidFill>
              </a:defRPr>
            </a:defPPr>
            <a:lvl1pPr>
              <a:defRPr sz="3300" b="1">
                <a:solidFill>
                  <a:srgbClr val="FFFFFF"/>
                </a:solidFill>
              </a:defRPr>
            </a:lvl1pPr>
            <a:lvl2pPr>
              <a:defRPr sz="3300" b="1">
                <a:solidFill>
                  <a:srgbClr val="FFFFFF"/>
                </a:solidFill>
              </a:defRPr>
            </a:lvl2pPr>
            <a:lvl3pPr>
              <a:defRPr sz="3300" b="1">
                <a:solidFill>
                  <a:srgbClr val="FFFFFF"/>
                </a:solidFill>
              </a:defRPr>
            </a:lvl3pPr>
            <a:lvl4pPr>
              <a:defRPr sz="3300" b="1">
                <a:solidFill>
                  <a:srgbClr val="FFFFFF"/>
                </a:solidFill>
              </a:defRPr>
            </a:lvl4pPr>
            <a:lvl5pPr>
              <a:defRPr sz="3300" b="1">
                <a:solidFill>
                  <a:srgbClr val="FFFFFF"/>
                </a:solidFill>
              </a:defRPr>
            </a:lvl5pPr>
            <a:lvl6pPr>
              <a:defRPr sz="3300" b="1">
                <a:solidFill>
                  <a:srgbClr val="FFFFFF"/>
                </a:solidFill>
              </a:defRPr>
            </a:lvl6pPr>
            <a:lvl7pPr>
              <a:defRPr sz="3300" b="1">
                <a:solidFill>
                  <a:srgbClr val="FFFFFF"/>
                </a:solidFill>
              </a:defRPr>
            </a:lvl7pPr>
            <a:lvl8pPr>
              <a:defRPr sz="3300" b="1">
                <a:solidFill>
                  <a:srgbClr val="FFFFFF"/>
                </a:solidFill>
              </a:defRPr>
            </a:lvl8pPr>
            <a:lvl9pPr>
              <a:defRPr sz="3300" b="1">
                <a:solidFill>
                  <a:srgbClr val="FFFFFF"/>
                </a:solidFill>
              </a:defRPr>
            </a:lvl9pPr>
          </a:lstStyle>
          <a:p xmlns:a="http://schemas.openxmlformats.org/drawingml/2006/main">
            <a:pPr>
              <a:defRPr sz="3300" b="1">
                <a:solidFill>
                  <a:srgbClr val="FFFFFF"/>
                </a:solidFill>
              </a:defRPr>
            </a:pPr>
            <a:r>
              <a:rPr sz="3300" b="1">
                <a:solidFill>
                  <a:srgbClr val="FFFFFF"/>
                </a:solidFill>
              </a:rPr>
              <a:t>Dipe Agency</a:t>
            </a:r>
          </a:p>
        </p:txBody>
      </p:sp>
      <p:sp>
        <p:nvSpPr>
          <p:cNvPr id="2" name="">
            <a:extLst xmlns:a="http://schemas.openxmlformats.org/drawingml/2006/main">
              <a:ext uri="{FF2B5EF4-FFF2-40B4-BE49-F238E27FC236}">
                <a16:creationId xmlns:a16="http://schemas.microsoft.com/office/drawing/2014/main" id="{B221A215-4171-4C37-9831-B2AC16424800}"/>
              </a:ext>
            </a:extLst>
          </p:cNvPr>
          <p:cNvSpPr>
            <a:spLocks xmlns:a="http://schemas.openxmlformats.org/drawingml/2006/main" noGrp="1"/>
          </p:cNvSpPr>
          <p:nvPr/>
        </p:nvSpPr>
        <p:spPr>
          <a:xfrm xmlns:a="http://schemas.openxmlformats.org/drawingml/2006/main">
            <a:off x="11049000" y="62674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FFFFFF"/>
                </a:solidFill>
              </a:defRPr>
            </a:defPPr>
            <a:lvl1pPr>
              <a:defRPr sz="1275" b="0">
                <a:solidFill>
                  <a:srgbClr val="FFFFFF"/>
                </a:solidFill>
              </a:defRPr>
            </a:lvl1pPr>
            <a:lvl2pPr>
              <a:defRPr sz="1275" b="0">
                <a:solidFill>
                  <a:srgbClr val="FFFFFF"/>
                </a:solidFill>
              </a:defRPr>
            </a:lvl2pPr>
            <a:lvl3pPr>
              <a:defRPr sz="1275" b="0">
                <a:solidFill>
                  <a:srgbClr val="FFFFFF"/>
                </a:solidFill>
              </a:defRPr>
            </a:lvl3pPr>
            <a:lvl4pPr>
              <a:defRPr sz="1275" b="0">
                <a:solidFill>
                  <a:srgbClr val="FFFFFF"/>
                </a:solidFill>
              </a:defRPr>
            </a:lvl4pPr>
            <a:lvl5pPr>
              <a:defRPr sz="1275" b="0">
                <a:solidFill>
                  <a:srgbClr val="FFFFFF"/>
                </a:solidFill>
              </a:defRPr>
            </a:lvl5pPr>
            <a:lvl6pPr>
              <a:defRPr sz="1275" b="0">
                <a:solidFill>
                  <a:srgbClr val="FFFFFF"/>
                </a:solidFill>
              </a:defRPr>
            </a:lvl6pPr>
            <a:lvl7pPr>
              <a:defRPr sz="1275" b="0">
                <a:solidFill>
                  <a:srgbClr val="FFFFFF"/>
                </a:solidFill>
              </a:defRPr>
            </a:lvl7pPr>
            <a:lvl8pPr>
              <a:defRPr sz="1275" b="0">
                <a:solidFill>
                  <a:srgbClr val="FFFFFF"/>
                </a:solidFill>
              </a:defRPr>
            </a:lvl8pPr>
            <a:lvl9pPr>
              <a:defRPr sz="1275" b="0">
                <a:solidFill>
                  <a:srgbClr val="FFFFFF"/>
                </a:solidFill>
              </a:defRPr>
            </a:lvl9pPr>
          </a:lstStyle>
          <a:p xmlns:a="http://schemas.openxmlformats.org/drawingml/2006/main">
            <a:pPr>
              <a:defRPr sz="1275" b="0">
                <a:solidFill>
                  <a:srgbClr val="FFFFFF"/>
                </a:solidFill>
              </a:defRPr>
            </a:pPr>
            <a:r>
              <a:rPr sz="1275" b="0">
                <a:solidFill>
                  <a:srgbClr val="FFFFFF"/>
                </a:solidFill>
              </a:rPr>
              <a:t>01</a:t>
            </a:r>
          </a:p>
        </p:txBody>
      </p:sp>
      <p:sp>
        <p:nvSpPr>
          <p:cNvPr id="3" name="">
            <a:extLst xmlns:a="http://schemas.openxmlformats.org/drawingml/2006/main">
              <a:ext uri="{FF2B5EF4-FFF2-40B4-BE49-F238E27FC236}">
                <a16:creationId xmlns:a16="http://schemas.microsoft.com/office/drawing/2014/main" id="{EB4B9DBA-5BAF-428F-817A-49D0CDAC070A}"/>
              </a:ext>
            </a:extLst>
          </p:cNvPr>
          <p:cNvSpPr>
            <a:spLocks xmlns:a="http://schemas.openxmlformats.org/drawingml/2006/main" noGrp="1"/>
          </p:cNvSpPr>
          <p:nvPr/>
        </p:nvSpPr>
        <p:spPr>
          <a:xfrm xmlns:a="http://schemas.openxmlformats.org/drawingml/2006/main">
            <a:off x="609600" y="1809750"/>
            <a:ext cx="6381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950" b="1">
                <a:solidFill>
                  <a:srgbClr val="FFFFFF"/>
                </a:solidFill>
              </a:defRPr>
            </a:defPPr>
            <a:lvl1pPr>
              <a:defRPr sz="4950" b="1">
                <a:solidFill>
                  <a:srgbClr val="FFFFFF"/>
                </a:solidFill>
              </a:defRPr>
            </a:lvl1pPr>
            <a:lvl2pPr>
              <a:defRPr sz="4950" b="1">
                <a:solidFill>
                  <a:srgbClr val="FFFFFF"/>
                </a:solidFill>
              </a:defRPr>
            </a:lvl2pPr>
            <a:lvl3pPr>
              <a:defRPr sz="4950" b="1">
                <a:solidFill>
                  <a:srgbClr val="FFFFFF"/>
                </a:solidFill>
              </a:defRPr>
            </a:lvl3pPr>
            <a:lvl4pPr>
              <a:defRPr sz="4950" b="1">
                <a:solidFill>
                  <a:srgbClr val="FFFFFF"/>
                </a:solidFill>
              </a:defRPr>
            </a:lvl4pPr>
            <a:lvl5pPr>
              <a:defRPr sz="4950" b="1">
                <a:solidFill>
                  <a:srgbClr val="FFFFFF"/>
                </a:solidFill>
              </a:defRPr>
            </a:lvl5pPr>
            <a:lvl6pPr>
              <a:defRPr sz="4950" b="1">
                <a:solidFill>
                  <a:srgbClr val="FFFFFF"/>
                </a:solidFill>
              </a:defRPr>
            </a:lvl6pPr>
            <a:lvl7pPr>
              <a:defRPr sz="4950" b="1">
                <a:solidFill>
                  <a:srgbClr val="FFFFFF"/>
                </a:solidFill>
              </a:defRPr>
            </a:lvl7pPr>
            <a:lvl8pPr>
              <a:defRPr sz="4950" b="1">
                <a:solidFill>
                  <a:srgbClr val="FFFFFF"/>
                </a:solidFill>
              </a:defRPr>
            </a:lvl8pPr>
            <a:lvl9pPr>
              <a:defRPr sz="4950" b="1">
                <a:solidFill>
                  <a:srgbClr val="FFFFFF"/>
                </a:solidFill>
              </a:defRPr>
            </a:lvl9pPr>
          </a:lstStyle>
          <a:p xmlns:a="http://schemas.openxmlformats.org/drawingml/2006/main">
            <a:pPr>
              <a:defRPr sz="4950" b="1">
                <a:solidFill>
                  <a:srgbClr val="FFFFFF"/>
                </a:solidFill>
              </a:defRPr>
            </a:pPr>
            <a:r>
              <a:rPr sz="4950" b="1">
                <a:solidFill>
                  <a:srgbClr val="FFFFFF"/>
                </a:solidFill>
              </a:rPr>
              <a:t>Una web con</a:t>
            </a:r>
          </a:p>
          <a:p xmlns:a="http://schemas.openxmlformats.org/drawingml/2006/main">
            <a:pPr>
              <a:defRPr sz="4950" b="1">
                <a:solidFill>
                  <a:srgbClr val="FFFFFF"/>
                </a:solidFill>
              </a:defRPr>
            </a:pPr>
            <a:r>
              <a:rPr sz="4950" b="1">
                <a:solidFill>
                  <a:srgbClr val="FFFFFF"/>
                </a:solidFill>
              </a:rPr>
              <a:t>identidad propia</a:t>
            </a:r>
          </a:p>
        </p:txBody>
      </p:sp>
      <p:sp>
        <p:nvSpPr>
          <p:cNvPr id="4" name="">
            <a:extLst xmlns:a="http://schemas.openxmlformats.org/drawingml/2006/main">
              <a:ext uri="{FF2B5EF4-FFF2-40B4-BE49-F238E27FC236}">
                <a16:creationId xmlns:a16="http://schemas.microsoft.com/office/drawing/2014/main" id="{0E4B9190-1F13-41E0-855E-4C539F2BAE5B}"/>
              </a:ext>
            </a:extLst>
          </p:cNvPr>
          <p:cNvSpPr>
            <a:spLocks xmlns:a="http://schemas.openxmlformats.org/drawingml/2006/main" noGrp="1"/>
          </p:cNvSpPr>
          <p:nvPr/>
        </p:nvSpPr>
        <p:spPr>
          <a:xfrm xmlns:a="http://schemas.openxmlformats.org/drawingml/2006/main">
            <a:off x="647700" y="4191000"/>
            <a:ext cx="6096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F58200"/>
                </a:solidFill>
              </a:defRPr>
            </a:defPPr>
            <a:lvl1pPr>
              <a:defRPr sz="2400" b="0">
                <a:solidFill>
                  <a:srgbClr val="F58200"/>
                </a:solidFill>
              </a:defRPr>
            </a:lvl1pPr>
            <a:lvl2pPr>
              <a:defRPr sz="2400" b="0">
                <a:solidFill>
                  <a:srgbClr val="F58200"/>
                </a:solidFill>
              </a:defRPr>
            </a:lvl2pPr>
            <a:lvl3pPr>
              <a:defRPr sz="2400" b="0">
                <a:solidFill>
                  <a:srgbClr val="F58200"/>
                </a:solidFill>
              </a:defRPr>
            </a:lvl3pPr>
            <a:lvl4pPr>
              <a:defRPr sz="2400" b="0">
                <a:solidFill>
                  <a:srgbClr val="F58200"/>
                </a:solidFill>
              </a:defRPr>
            </a:lvl4pPr>
            <a:lvl5pPr>
              <a:defRPr sz="2400" b="0">
                <a:solidFill>
                  <a:srgbClr val="F58200"/>
                </a:solidFill>
              </a:defRPr>
            </a:lvl5pPr>
            <a:lvl6pPr>
              <a:defRPr sz="2400" b="0">
                <a:solidFill>
                  <a:srgbClr val="F58200"/>
                </a:solidFill>
              </a:defRPr>
            </a:lvl6pPr>
            <a:lvl7pPr>
              <a:defRPr sz="2400" b="0">
                <a:solidFill>
                  <a:srgbClr val="F58200"/>
                </a:solidFill>
              </a:defRPr>
            </a:lvl7pPr>
            <a:lvl8pPr>
              <a:defRPr sz="2400" b="0">
                <a:solidFill>
                  <a:srgbClr val="F58200"/>
                </a:solidFill>
              </a:defRPr>
            </a:lvl8pPr>
            <a:lvl9pPr>
              <a:defRPr sz="2400" b="0">
                <a:solidFill>
                  <a:srgbClr val="F58200"/>
                </a:solidFill>
              </a:defRPr>
            </a:lvl9pPr>
          </a:lstStyle>
          <a:p xmlns:a="http://schemas.openxmlformats.org/drawingml/2006/main">
            <a:pPr>
              <a:defRPr sz="2400" b="0">
                <a:solidFill>
                  <a:srgbClr val="F58200"/>
                </a:solidFill>
              </a:defRPr>
            </a:pPr>
            <a:r>
              <a:rPr sz="2400" b="0">
                <a:solidFill>
                  <a:srgbClr val="F58200"/>
                </a:solidFill>
              </a:rPr>
              <a:t>React para presentar</a:t>
            </a:r>
          </a:p>
          <a:p xmlns:a="http://schemas.openxmlformats.org/drawingml/2006/main">
            <a:pPr>
              <a:defRPr sz="2400" b="0">
                <a:solidFill>
                  <a:srgbClr val="F58200"/>
                </a:solidFill>
              </a:defRPr>
            </a:pPr>
            <a:r>
              <a:rPr sz="2400" b="0">
                <a:solidFill>
                  <a:srgbClr val="F58200"/>
                </a:solidFill>
              </a:rPr>
              <a:t>WordPress para gestionar</a:t>
            </a:r>
          </a:p>
        </p:txBody>
      </p:sp>
      <p:pic>
        <p:nvPicPr>
          <p:cNvPr id="5" name="">
            <a:extLst xmlns:a="http://schemas.openxmlformats.org/drawingml/2006/main">
              <a:ext uri="{FF2B5EF4-FFF2-40B4-BE49-F238E27FC236}">
                <a16:creationId xmlns:a16="http://schemas.microsoft.com/office/drawing/2014/main" id="{29BB532E-A5EB-4A21-B821-59A654F5447F}"/>
              </a:ext>
            </a:extLst>
          </p:cNvPr>
          <p:cNvPicPr>
            <a:picLocks xmlns:a="http://schemas.openxmlformats.org/drawingml/2006/main" noChangeAspect="1"/>
          </p:cNvPicPr>
          <p:nvPr/>
        </p:nvPicPr>
        <p:blipFill>
          <a:blip xmlns:r="http://schemas.openxmlformats.org/officeDocument/2006/relationships" xmlns:a="http://schemas.openxmlformats.org/drawingml/2006/main" r:embed="Rdfbd7ebb9f754e35"/>
          <a:stretch xmlns:a="http://schemas.openxmlformats.org/drawingml/2006/main"/>
        </p:blipFill>
        <p:spPr>
          <a:xfrm xmlns:a="http://schemas.openxmlformats.org/drawingml/2006/main">
            <a:off x="7524750" y="2511276"/>
            <a:ext cx="4000500" cy="183544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92E2240-1808-42AC-95E0-FE060B4862E5}"/>
              </a:ext>
            </a:extLst>
          </p:cNvPr>
          <p:cNvSpPr>
            <a:spLocks xmlns:a="http://schemas.openxmlformats.org/drawingml/2006/main" noGrp="1"/>
          </p:cNvSpPr>
          <p:nvPr/>
        </p:nvSpPr>
        <p:spPr>
          <a:xfrm xmlns:a="http://schemas.openxmlformats.org/drawingml/2006/main">
            <a:off x="7524750" y="4781550"/>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CCCCCC"/>
                </a:solidFill>
              </a:defRPr>
            </a:defPPr>
            <a:lvl1pPr>
              <a:defRPr sz="1275" b="0">
                <a:solidFill>
                  <a:srgbClr val="CCCCCC"/>
                </a:solidFill>
              </a:defRPr>
            </a:lvl1pPr>
            <a:lvl2pPr>
              <a:defRPr sz="1275" b="0">
                <a:solidFill>
                  <a:srgbClr val="CCCCCC"/>
                </a:solidFill>
              </a:defRPr>
            </a:lvl2pPr>
            <a:lvl3pPr>
              <a:defRPr sz="1275" b="0">
                <a:solidFill>
                  <a:srgbClr val="CCCCCC"/>
                </a:solidFill>
              </a:defRPr>
            </a:lvl3pPr>
            <a:lvl4pPr>
              <a:defRPr sz="1275" b="0">
                <a:solidFill>
                  <a:srgbClr val="CCCCCC"/>
                </a:solidFill>
              </a:defRPr>
            </a:lvl4pPr>
            <a:lvl5pPr>
              <a:defRPr sz="1275" b="0">
                <a:solidFill>
                  <a:srgbClr val="CCCCCC"/>
                </a:solidFill>
              </a:defRPr>
            </a:lvl5pPr>
            <a:lvl6pPr>
              <a:defRPr sz="1275" b="0">
                <a:solidFill>
                  <a:srgbClr val="CCCCCC"/>
                </a:solidFill>
              </a:defRPr>
            </a:lvl6pPr>
            <a:lvl7pPr>
              <a:defRPr sz="1275" b="0">
                <a:solidFill>
                  <a:srgbClr val="CCCCCC"/>
                </a:solidFill>
              </a:defRPr>
            </a:lvl7pPr>
            <a:lvl8pPr>
              <a:defRPr sz="1275" b="0">
                <a:solidFill>
                  <a:srgbClr val="CCCCCC"/>
                </a:solidFill>
              </a:defRPr>
            </a:lvl8pPr>
            <a:lvl9pPr>
              <a:defRPr sz="1275" b="0">
                <a:solidFill>
                  <a:srgbClr val="CCCCCC"/>
                </a:solidFill>
              </a:defRPr>
            </a:lvl9pPr>
          </a:lstStyle>
          <a:p xmlns:a="http://schemas.openxmlformats.org/drawingml/2006/main">
            <a:pPr>
              <a:defRPr sz="1275" b="0">
                <a:solidFill>
                  <a:srgbClr val="CCCCCC"/>
                </a:solidFill>
              </a:defRPr>
            </a:pPr>
            <a:r>
              <a:rPr sz="1275" b="0">
                <a:solidFill>
                  <a:srgbClr val="CCCCCC"/>
                </a:solidFill>
              </a:rPr>
              <a:t>Vista real incluida en PageSpeed</a:t>
            </a:r>
          </a:p>
        </p:txBody>
      </p:sp>
    </p:spTree>
    <p:extLst>
      <p:ext uri="{BB962C8B-B14F-4D97-AF65-F5344CB8AC3E}">
        <p14:creationId xmlns:p14="http://schemas.microsoft.com/office/powerpoint/2010/main" val="42187751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B4AC3D8-9FE2-4F2E-98DD-EE2813F1EB0F}"/>
              </a:ext>
            </a:extLst>
          </p:cNvPr>
          <p:cNvSpPr>
            <a:spLocks xmlns:a="http://schemas.openxmlformats.org/drawingml/2006/main" noGrp="1"/>
          </p:cNvSpPr>
          <p:nvPr/>
        </p:nvSpPr>
        <p:spPr>
          <a:xfrm xmlns:a="http://schemas.openxmlformats.org/drawingml/2006/main">
            <a:off x="609600" y="4572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1414"/>
                </a:solidFill>
              </a:defRPr>
            </a:defPPr>
            <a:lvl1pPr>
              <a:defRPr sz="3300" b="1">
                <a:solidFill>
                  <a:srgbClr val="141414"/>
                </a:solidFill>
              </a:defRPr>
            </a:lvl1pPr>
            <a:lvl2pPr>
              <a:defRPr sz="3300" b="1">
                <a:solidFill>
                  <a:srgbClr val="141414"/>
                </a:solidFill>
              </a:defRPr>
            </a:lvl2pPr>
            <a:lvl3pPr>
              <a:defRPr sz="3300" b="1">
                <a:solidFill>
                  <a:srgbClr val="141414"/>
                </a:solidFill>
              </a:defRPr>
            </a:lvl3pPr>
            <a:lvl4pPr>
              <a:defRPr sz="3300" b="1">
                <a:solidFill>
                  <a:srgbClr val="141414"/>
                </a:solidFill>
              </a:defRPr>
            </a:lvl4pPr>
            <a:lvl5pPr>
              <a:defRPr sz="3300" b="1">
                <a:solidFill>
                  <a:srgbClr val="141414"/>
                </a:solidFill>
              </a:defRPr>
            </a:lvl5pPr>
            <a:lvl6pPr>
              <a:defRPr sz="3300" b="1">
                <a:solidFill>
                  <a:srgbClr val="141414"/>
                </a:solidFill>
              </a:defRPr>
            </a:lvl6pPr>
            <a:lvl7pPr>
              <a:defRPr sz="3300" b="1">
                <a:solidFill>
                  <a:srgbClr val="141414"/>
                </a:solidFill>
              </a:defRPr>
            </a:lvl7pPr>
            <a:lvl8pPr>
              <a:defRPr sz="3300" b="1">
                <a:solidFill>
                  <a:srgbClr val="141414"/>
                </a:solidFill>
              </a:defRPr>
            </a:lvl8pPr>
            <a:lvl9pPr>
              <a:defRPr sz="3300" b="1">
                <a:solidFill>
                  <a:srgbClr val="141414"/>
                </a:solidFill>
              </a:defRPr>
            </a:lvl9pPr>
          </a:lstStyle>
          <a:p xmlns:a="http://schemas.openxmlformats.org/drawingml/2006/main">
            <a:pPr>
              <a:defRPr sz="3300" b="1">
                <a:solidFill>
                  <a:srgbClr val="141414"/>
                </a:solidFill>
              </a:defRPr>
            </a:pPr>
            <a:r>
              <a:rPr sz="3300" b="1">
                <a:solidFill>
                  <a:srgbClr val="141414"/>
                </a:solidFill>
              </a:rPr>
              <a:t>WordPress gestiona; React presenta</a:t>
            </a:r>
          </a:p>
        </p:txBody>
      </p:sp>
      <p:sp>
        <p:nvSpPr>
          <p:cNvPr id="2" name="">
            <a:extLst xmlns:a="http://schemas.openxmlformats.org/drawingml/2006/main">
              <a:ext uri="{FF2B5EF4-FFF2-40B4-BE49-F238E27FC236}">
                <a16:creationId xmlns:a16="http://schemas.microsoft.com/office/drawing/2014/main" id="{155B94AF-682F-42E5-A69C-632F2EBBF3FE}"/>
              </a:ext>
            </a:extLst>
          </p:cNvPr>
          <p:cNvSpPr>
            <a:spLocks xmlns:a="http://schemas.openxmlformats.org/drawingml/2006/main" noGrp="1"/>
          </p:cNvSpPr>
          <p:nvPr/>
        </p:nvSpPr>
        <p:spPr>
          <a:xfrm xmlns:a="http://schemas.openxmlformats.org/drawingml/2006/main">
            <a:off x="11049000" y="62674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55555"/>
                </a:solidFill>
              </a:defRPr>
            </a:defPPr>
            <a:lvl1pPr>
              <a:defRPr sz="1275" b="0">
                <a:solidFill>
                  <a:srgbClr val="555555"/>
                </a:solidFill>
              </a:defRPr>
            </a:lvl1pPr>
            <a:lvl2pPr>
              <a:defRPr sz="1275" b="0">
                <a:solidFill>
                  <a:srgbClr val="555555"/>
                </a:solidFill>
              </a:defRPr>
            </a:lvl2pPr>
            <a:lvl3pPr>
              <a:defRPr sz="1275" b="0">
                <a:solidFill>
                  <a:srgbClr val="555555"/>
                </a:solidFill>
              </a:defRPr>
            </a:lvl3pPr>
            <a:lvl4pPr>
              <a:defRPr sz="1275" b="0">
                <a:solidFill>
                  <a:srgbClr val="555555"/>
                </a:solidFill>
              </a:defRPr>
            </a:lvl4pPr>
            <a:lvl5pPr>
              <a:defRPr sz="1275" b="0">
                <a:solidFill>
                  <a:srgbClr val="555555"/>
                </a:solidFill>
              </a:defRPr>
            </a:lvl5pPr>
            <a:lvl6pPr>
              <a:defRPr sz="1275" b="0">
                <a:solidFill>
                  <a:srgbClr val="555555"/>
                </a:solidFill>
              </a:defRPr>
            </a:lvl6pPr>
            <a:lvl7pPr>
              <a:defRPr sz="1275" b="0">
                <a:solidFill>
                  <a:srgbClr val="555555"/>
                </a:solidFill>
              </a:defRPr>
            </a:lvl7pPr>
            <a:lvl8pPr>
              <a:defRPr sz="1275" b="0">
                <a:solidFill>
                  <a:srgbClr val="555555"/>
                </a:solidFill>
              </a:defRPr>
            </a:lvl8pPr>
            <a:lvl9pPr>
              <a:defRPr sz="1275" b="0">
                <a:solidFill>
                  <a:srgbClr val="555555"/>
                </a:solidFill>
              </a:defRPr>
            </a:lvl9pPr>
          </a:lstStyle>
          <a:p xmlns:a="http://schemas.openxmlformats.org/drawingml/2006/main">
            <a:pPr>
              <a:defRPr sz="1275" b="0">
                <a:solidFill>
                  <a:srgbClr val="555555"/>
                </a:solidFill>
              </a:defRPr>
            </a:pPr>
            <a:r>
              <a:rPr sz="1275" b="0">
                <a:solidFill>
                  <a:srgbClr val="555555"/>
                </a:solidFill>
              </a:rPr>
              <a:t>02</a:t>
            </a:r>
          </a:p>
        </p:txBody>
      </p:sp>
      <p:sp>
        <p:nvSpPr>
          <p:cNvPr id="3" name="">
            <a:extLst xmlns:a="http://schemas.openxmlformats.org/drawingml/2006/main">
              <a:ext uri="{FF2B5EF4-FFF2-40B4-BE49-F238E27FC236}">
                <a16:creationId xmlns:a16="http://schemas.microsoft.com/office/drawing/2014/main" id="{7612BE1B-A703-4959-AA24-FBC47D7102E5}"/>
              </a:ext>
            </a:extLst>
          </p:cNvPr>
          <p:cNvSpPr>
            <a:spLocks xmlns:a="http://schemas.openxmlformats.org/drawingml/2006/main" noGrp="1"/>
          </p:cNvSpPr>
          <p:nvPr/>
        </p:nvSpPr>
        <p:spPr>
          <a:xfrm xmlns:a="http://schemas.openxmlformats.org/drawingml/2006/main">
            <a:off x="609600" y="1952625"/>
            <a:ext cx="2190750" cy="952500"/>
          </a:xfrm>
          <a:prstGeom xmlns:a="http://schemas.openxmlformats.org/drawingml/2006/main" prst="rect">
            <a:avLst/>
          </a:prstGeom>
          <a:solidFill xmlns:a="http://schemas.openxmlformats.org/drawingml/2006/main">
            <a:srgbClr val="141414"/>
          </a:solidFill>
          <a:ln xmlns:a="http://schemas.openxmlformats.org/drawingml/2006/main" w="0">
            <a:solidFill>
              <a:srgbClr val="141414"/>
            </a:solidFill>
          </a:ln>
        </p:spPr>
      </p:sp>
      <p:sp>
        <p:nvSpPr>
          <p:cNvPr id="4" name="">
            <a:extLst xmlns:a="http://schemas.openxmlformats.org/drawingml/2006/main">
              <a:ext uri="{FF2B5EF4-FFF2-40B4-BE49-F238E27FC236}">
                <a16:creationId xmlns:a16="http://schemas.microsoft.com/office/drawing/2014/main" id="{C730DF0D-B9F8-40E9-BA02-50FFF264FAB8}"/>
              </a:ext>
            </a:extLst>
          </p:cNvPr>
          <p:cNvSpPr>
            <a:spLocks xmlns:a="http://schemas.openxmlformats.org/drawingml/2006/main" noGrp="1"/>
          </p:cNvSpPr>
          <p:nvPr/>
        </p:nvSpPr>
        <p:spPr>
          <a:xfrm xmlns:a="http://schemas.openxmlformats.org/drawingml/2006/main">
            <a:off x="752475" y="2219325"/>
            <a:ext cx="190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FFFFFF"/>
                </a:solidFill>
              </a:defRPr>
            </a:defPPr>
            <a:lvl1pPr>
              <a:defRPr sz="2100" b="1">
                <a:solidFill>
                  <a:srgbClr val="FFFFFF"/>
                </a:solidFill>
              </a:defRPr>
            </a:lvl1pPr>
            <a:lvl2pPr>
              <a:defRPr sz="2100" b="1">
                <a:solidFill>
                  <a:srgbClr val="FFFFFF"/>
                </a:solidFill>
              </a:defRPr>
            </a:lvl2pPr>
            <a:lvl3pPr>
              <a:defRPr sz="2100" b="1">
                <a:solidFill>
                  <a:srgbClr val="FFFFFF"/>
                </a:solidFill>
              </a:defRPr>
            </a:lvl3pPr>
            <a:lvl4pPr>
              <a:defRPr sz="2100" b="1">
                <a:solidFill>
                  <a:srgbClr val="FFFFFF"/>
                </a:solidFill>
              </a:defRPr>
            </a:lvl4pPr>
            <a:lvl5pPr>
              <a:defRPr sz="2100" b="1">
                <a:solidFill>
                  <a:srgbClr val="FFFFFF"/>
                </a:solidFill>
              </a:defRPr>
            </a:lvl5pPr>
            <a:lvl6pPr>
              <a:defRPr sz="2100" b="1">
                <a:solidFill>
                  <a:srgbClr val="FFFFFF"/>
                </a:solidFill>
              </a:defRPr>
            </a:lvl6pPr>
            <a:lvl7pPr>
              <a:defRPr sz="2100" b="1">
                <a:solidFill>
                  <a:srgbClr val="FFFFFF"/>
                </a:solidFill>
              </a:defRPr>
            </a:lvl7pPr>
            <a:lvl8pPr>
              <a:defRPr sz="2100" b="1">
                <a:solidFill>
                  <a:srgbClr val="FFFFFF"/>
                </a:solidFill>
              </a:defRPr>
            </a:lvl8pPr>
            <a:lvl9pPr>
              <a:defRPr sz="2100" b="1">
                <a:solidFill>
                  <a:srgbClr val="FFFFFF"/>
                </a:solidFill>
              </a:defRPr>
            </a:lvl9pPr>
          </a:lstStyle>
          <a:p xmlns:a="http://schemas.openxmlformats.org/drawingml/2006/main">
            <a:pPr>
              <a:defRPr sz="2100" b="1">
                <a:solidFill>
                  <a:srgbClr val="FFFFFF"/>
                </a:solidFill>
              </a:defRPr>
            </a:pPr>
            <a:r>
              <a:rPr sz="2100" b="1">
                <a:solidFill>
                  <a:srgbClr val="FFFFFF"/>
                </a:solidFill>
              </a:rPr>
              <a:t>Visitante</a:t>
            </a:r>
          </a:p>
        </p:txBody>
      </p:sp>
      <p:sp>
        <p:nvSpPr>
          <p:cNvPr id="5" name="">
            <a:extLst xmlns:a="http://schemas.openxmlformats.org/drawingml/2006/main">
              <a:ext uri="{FF2B5EF4-FFF2-40B4-BE49-F238E27FC236}">
                <a16:creationId xmlns:a16="http://schemas.microsoft.com/office/drawing/2014/main" id="{6C8964CB-F47F-4712-9F7A-390CE34A5805}"/>
              </a:ext>
            </a:extLst>
          </p:cNvPr>
          <p:cNvSpPr>
            <a:spLocks xmlns:a="http://schemas.openxmlformats.org/drawingml/2006/main" noGrp="1"/>
          </p:cNvSpPr>
          <p:nvPr/>
        </p:nvSpPr>
        <p:spPr>
          <a:xfrm xmlns:a="http://schemas.openxmlformats.org/drawingml/2006/main">
            <a:off x="3524250" y="1952625"/>
            <a:ext cx="3714750" cy="952500"/>
          </a:xfrm>
          <a:prstGeom xmlns:a="http://schemas.openxmlformats.org/drawingml/2006/main" prst="rect">
            <a:avLst/>
          </a:prstGeom>
          <a:solidFill xmlns:a="http://schemas.openxmlformats.org/drawingml/2006/main">
            <a:srgbClr val="141414"/>
          </a:solidFill>
          <a:ln xmlns:a="http://schemas.openxmlformats.org/drawingml/2006/main" w="0">
            <a:solidFill>
              <a:srgbClr val="141414"/>
            </a:solidFill>
          </a:ln>
        </p:spPr>
      </p:sp>
      <p:sp>
        <p:nvSpPr>
          <p:cNvPr id="6" name="">
            <a:extLst xmlns:a="http://schemas.openxmlformats.org/drawingml/2006/main">
              <a:ext uri="{FF2B5EF4-FFF2-40B4-BE49-F238E27FC236}">
                <a16:creationId xmlns:a16="http://schemas.microsoft.com/office/drawing/2014/main" id="{1134B964-66A8-47C0-8060-5520E7F852AA}"/>
              </a:ext>
            </a:extLst>
          </p:cNvPr>
          <p:cNvSpPr>
            <a:spLocks xmlns:a="http://schemas.openxmlformats.org/drawingml/2006/main" noGrp="1"/>
          </p:cNvSpPr>
          <p:nvPr/>
        </p:nvSpPr>
        <p:spPr>
          <a:xfrm xmlns:a="http://schemas.openxmlformats.org/drawingml/2006/main">
            <a:off x="3667125" y="2219325"/>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FFFFFF"/>
                </a:solidFill>
              </a:defRPr>
            </a:defPPr>
            <a:lvl1pPr>
              <a:defRPr sz="2100" b="1">
                <a:solidFill>
                  <a:srgbClr val="FFFFFF"/>
                </a:solidFill>
              </a:defRPr>
            </a:lvl1pPr>
            <a:lvl2pPr>
              <a:defRPr sz="2100" b="1">
                <a:solidFill>
                  <a:srgbClr val="FFFFFF"/>
                </a:solidFill>
              </a:defRPr>
            </a:lvl2pPr>
            <a:lvl3pPr>
              <a:defRPr sz="2100" b="1">
                <a:solidFill>
                  <a:srgbClr val="FFFFFF"/>
                </a:solidFill>
              </a:defRPr>
            </a:lvl3pPr>
            <a:lvl4pPr>
              <a:defRPr sz="2100" b="1">
                <a:solidFill>
                  <a:srgbClr val="FFFFFF"/>
                </a:solidFill>
              </a:defRPr>
            </a:lvl4pPr>
            <a:lvl5pPr>
              <a:defRPr sz="2100" b="1">
                <a:solidFill>
                  <a:srgbClr val="FFFFFF"/>
                </a:solidFill>
              </a:defRPr>
            </a:lvl5pPr>
            <a:lvl6pPr>
              <a:defRPr sz="2100" b="1">
                <a:solidFill>
                  <a:srgbClr val="FFFFFF"/>
                </a:solidFill>
              </a:defRPr>
            </a:lvl6pPr>
            <a:lvl7pPr>
              <a:defRPr sz="2100" b="1">
                <a:solidFill>
                  <a:srgbClr val="FFFFFF"/>
                </a:solidFill>
              </a:defRPr>
            </a:lvl7pPr>
            <a:lvl8pPr>
              <a:defRPr sz="2100" b="1">
                <a:solidFill>
                  <a:srgbClr val="FFFFFF"/>
                </a:solidFill>
              </a:defRPr>
            </a:lvl8pPr>
            <a:lvl9pPr>
              <a:defRPr sz="2100" b="1">
                <a:solidFill>
                  <a:srgbClr val="FFFFFF"/>
                </a:solidFill>
              </a:defRPr>
            </a:lvl9pPr>
          </a:lstStyle>
          <a:p xmlns:a="http://schemas.openxmlformats.org/drawingml/2006/main">
            <a:pPr>
              <a:defRPr sz="2100" b="1">
                <a:solidFill>
                  <a:srgbClr val="FFFFFF"/>
                </a:solidFill>
              </a:defRPr>
            </a:pPr>
            <a:r>
              <a:rPr sz="2100" b="1">
                <a:solidFill>
                  <a:srgbClr val="FFFFFF"/>
                </a:solidFill>
              </a:rPr>
              <a:t>WordPress + tema</a:t>
            </a:r>
          </a:p>
        </p:txBody>
      </p:sp>
      <p:sp>
        <p:nvSpPr>
          <p:cNvPr id="7" name="">
            <a:extLst xmlns:a="http://schemas.openxmlformats.org/drawingml/2006/main">
              <a:ext uri="{FF2B5EF4-FFF2-40B4-BE49-F238E27FC236}">
                <a16:creationId xmlns:a16="http://schemas.microsoft.com/office/drawing/2014/main" id="{62C94A0A-E214-400B-BF77-68110A1076AB}"/>
              </a:ext>
            </a:extLst>
          </p:cNvPr>
          <p:cNvSpPr>
            <a:spLocks xmlns:a="http://schemas.openxmlformats.org/drawingml/2006/main" noGrp="1"/>
          </p:cNvSpPr>
          <p:nvPr/>
        </p:nvSpPr>
        <p:spPr>
          <a:xfrm xmlns:a="http://schemas.openxmlformats.org/drawingml/2006/main">
            <a:off x="8239125" y="1952625"/>
            <a:ext cx="3143250" cy="952500"/>
          </a:xfrm>
          <a:prstGeom xmlns:a="http://schemas.openxmlformats.org/drawingml/2006/main" prst="rect">
            <a:avLst/>
          </a:prstGeom>
          <a:solidFill xmlns:a="http://schemas.openxmlformats.org/drawingml/2006/main">
            <a:srgbClr val="141414"/>
          </a:solidFill>
          <a:ln xmlns:a="http://schemas.openxmlformats.org/drawingml/2006/main" w="0">
            <a:solidFill>
              <a:srgbClr val="141414"/>
            </a:solidFill>
          </a:ln>
        </p:spPr>
      </p:sp>
      <p:sp>
        <p:nvSpPr>
          <p:cNvPr id="8" name="">
            <a:extLst xmlns:a="http://schemas.openxmlformats.org/drawingml/2006/main">
              <a:ext uri="{FF2B5EF4-FFF2-40B4-BE49-F238E27FC236}">
                <a16:creationId xmlns:a16="http://schemas.microsoft.com/office/drawing/2014/main" id="{0B73E6C8-B17D-4BC3-B9DB-1D013B27C97E}"/>
              </a:ext>
            </a:extLst>
          </p:cNvPr>
          <p:cNvSpPr>
            <a:spLocks xmlns:a="http://schemas.openxmlformats.org/drawingml/2006/main" noGrp="1"/>
          </p:cNvSpPr>
          <p:nvPr/>
        </p:nvSpPr>
        <p:spPr>
          <a:xfrm xmlns:a="http://schemas.openxmlformats.org/drawingml/2006/main">
            <a:off x="8382000" y="2219325"/>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FFFFFF"/>
                </a:solidFill>
              </a:defRPr>
            </a:defPPr>
            <a:lvl1pPr>
              <a:defRPr sz="2100" b="1">
                <a:solidFill>
                  <a:srgbClr val="FFFFFF"/>
                </a:solidFill>
              </a:defRPr>
            </a:lvl1pPr>
            <a:lvl2pPr>
              <a:defRPr sz="2100" b="1">
                <a:solidFill>
                  <a:srgbClr val="FFFFFF"/>
                </a:solidFill>
              </a:defRPr>
            </a:lvl2pPr>
            <a:lvl3pPr>
              <a:defRPr sz="2100" b="1">
                <a:solidFill>
                  <a:srgbClr val="FFFFFF"/>
                </a:solidFill>
              </a:defRPr>
            </a:lvl3pPr>
            <a:lvl4pPr>
              <a:defRPr sz="2100" b="1">
                <a:solidFill>
                  <a:srgbClr val="FFFFFF"/>
                </a:solidFill>
              </a:defRPr>
            </a:lvl4pPr>
            <a:lvl5pPr>
              <a:defRPr sz="2100" b="1">
                <a:solidFill>
                  <a:srgbClr val="FFFFFF"/>
                </a:solidFill>
              </a:defRPr>
            </a:lvl5pPr>
            <a:lvl6pPr>
              <a:defRPr sz="2100" b="1">
                <a:solidFill>
                  <a:srgbClr val="FFFFFF"/>
                </a:solidFill>
              </a:defRPr>
            </a:lvl6pPr>
            <a:lvl7pPr>
              <a:defRPr sz="2100" b="1">
                <a:solidFill>
                  <a:srgbClr val="FFFFFF"/>
                </a:solidFill>
              </a:defRPr>
            </a:lvl7pPr>
            <a:lvl8pPr>
              <a:defRPr sz="2100" b="1">
                <a:solidFill>
                  <a:srgbClr val="FFFFFF"/>
                </a:solidFill>
              </a:defRPr>
            </a:lvl8pPr>
            <a:lvl9pPr>
              <a:defRPr sz="2100" b="1">
                <a:solidFill>
                  <a:srgbClr val="FFFFFF"/>
                </a:solidFill>
              </a:defRPr>
            </a:lvl9pPr>
          </a:lstStyle>
          <a:p xmlns:a="http://schemas.openxmlformats.org/drawingml/2006/main">
            <a:pPr>
              <a:defRPr sz="2100" b="1">
                <a:solidFill>
                  <a:srgbClr val="FFFFFF"/>
                </a:solidFill>
              </a:defRPr>
            </a:pPr>
            <a:r>
              <a:rPr sz="2100" b="1">
                <a:solidFill>
                  <a:srgbClr val="FFFFFF"/>
                </a:solidFill>
              </a:rPr>
              <a:t>React</a:t>
            </a:r>
          </a:p>
        </p:txBody>
      </p:sp>
      <p:sp>
        <p:nvSpPr>
          <p:cNvPr id="9" name="">
            <a:extLst xmlns:a="http://schemas.openxmlformats.org/drawingml/2006/main">
              <a:ext uri="{FF2B5EF4-FFF2-40B4-BE49-F238E27FC236}">
                <a16:creationId xmlns:a16="http://schemas.microsoft.com/office/drawing/2014/main" id="{E04F1568-C45B-42ED-B1FB-DE5A0393331D}"/>
              </a:ext>
            </a:extLst>
          </p:cNvPr>
          <p:cNvSpPr>
            <a:spLocks xmlns:a="http://schemas.openxmlformats.org/drawingml/2006/main" noGrp="1"/>
          </p:cNvSpPr>
          <p:nvPr/>
        </p:nvSpPr>
        <p:spPr>
          <a:xfrm xmlns:a="http://schemas.openxmlformats.org/drawingml/2006/main">
            <a:off x="3524250" y="4000500"/>
            <a:ext cx="3714750" cy="952500"/>
          </a:xfrm>
          <a:prstGeom xmlns:a="http://schemas.openxmlformats.org/drawingml/2006/main" prst="rect">
            <a:avLst/>
          </a:prstGeom>
          <a:solidFill xmlns:a="http://schemas.openxmlformats.org/drawingml/2006/main">
            <a:srgbClr val="141414"/>
          </a:solidFill>
          <a:ln xmlns:a="http://schemas.openxmlformats.org/drawingml/2006/main" w="0">
            <a:solidFill>
              <a:srgbClr val="141414"/>
            </a:solidFill>
          </a:ln>
        </p:spPr>
      </p:sp>
      <p:sp>
        <p:nvSpPr>
          <p:cNvPr id="10" name="">
            <a:extLst xmlns:a="http://schemas.openxmlformats.org/drawingml/2006/main">
              <a:ext uri="{FF2B5EF4-FFF2-40B4-BE49-F238E27FC236}">
                <a16:creationId xmlns:a16="http://schemas.microsoft.com/office/drawing/2014/main" id="{B8B2FA2A-38C1-4798-A9E6-6CCC62792AE1}"/>
              </a:ext>
            </a:extLst>
          </p:cNvPr>
          <p:cNvSpPr>
            <a:spLocks xmlns:a="http://schemas.openxmlformats.org/drawingml/2006/main" noGrp="1"/>
          </p:cNvSpPr>
          <p:nvPr/>
        </p:nvSpPr>
        <p:spPr>
          <a:xfrm xmlns:a="http://schemas.openxmlformats.org/drawingml/2006/main">
            <a:off x="3667125" y="426720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FFFFFF"/>
                </a:solidFill>
              </a:defRPr>
            </a:defPPr>
            <a:lvl1pPr>
              <a:defRPr sz="2100" b="1">
                <a:solidFill>
                  <a:srgbClr val="FFFFFF"/>
                </a:solidFill>
              </a:defRPr>
            </a:lvl1pPr>
            <a:lvl2pPr>
              <a:defRPr sz="2100" b="1">
                <a:solidFill>
                  <a:srgbClr val="FFFFFF"/>
                </a:solidFill>
              </a:defRPr>
            </a:lvl2pPr>
            <a:lvl3pPr>
              <a:defRPr sz="2100" b="1">
                <a:solidFill>
                  <a:srgbClr val="FFFFFF"/>
                </a:solidFill>
              </a:defRPr>
            </a:lvl3pPr>
            <a:lvl4pPr>
              <a:defRPr sz="2100" b="1">
                <a:solidFill>
                  <a:srgbClr val="FFFFFF"/>
                </a:solidFill>
              </a:defRPr>
            </a:lvl4pPr>
            <a:lvl5pPr>
              <a:defRPr sz="2100" b="1">
                <a:solidFill>
                  <a:srgbClr val="FFFFFF"/>
                </a:solidFill>
              </a:defRPr>
            </a:lvl5pPr>
            <a:lvl6pPr>
              <a:defRPr sz="2100" b="1">
                <a:solidFill>
                  <a:srgbClr val="FFFFFF"/>
                </a:solidFill>
              </a:defRPr>
            </a:lvl6pPr>
            <a:lvl7pPr>
              <a:defRPr sz="2100" b="1">
                <a:solidFill>
                  <a:srgbClr val="FFFFFF"/>
                </a:solidFill>
              </a:defRPr>
            </a:lvl7pPr>
            <a:lvl8pPr>
              <a:defRPr sz="2100" b="1">
                <a:solidFill>
                  <a:srgbClr val="FFFFFF"/>
                </a:solidFill>
              </a:defRPr>
            </a:lvl8pPr>
            <a:lvl9pPr>
              <a:defRPr sz="2100" b="1">
                <a:solidFill>
                  <a:srgbClr val="FFFFFF"/>
                </a:solidFill>
              </a:defRPr>
            </a:lvl9pPr>
          </a:lstStyle>
          <a:p xmlns:a="http://schemas.openxmlformats.org/drawingml/2006/main">
            <a:pPr>
              <a:defRPr sz="2100" b="1">
                <a:solidFill>
                  <a:srgbClr val="FFFFFF"/>
                </a:solidFill>
              </a:defRPr>
            </a:pPr>
            <a:r>
              <a:rPr sz="2100" b="1">
                <a:solidFill>
                  <a:srgbClr val="FFFFFF"/>
                </a:solidFill>
              </a:rPr>
              <a:t>REST + contenido</a:t>
            </a:r>
          </a:p>
        </p:txBody>
      </p:sp>
      <p:sp>
        <p:nvSpPr>
          <p:cNvPr id="11" name="">
            <a:extLst xmlns:a="http://schemas.openxmlformats.org/drawingml/2006/main">
              <a:ext uri="{FF2B5EF4-FFF2-40B4-BE49-F238E27FC236}">
                <a16:creationId xmlns:a16="http://schemas.microsoft.com/office/drawing/2014/main" id="{7A3D67E6-5151-4C67-8392-EF362C1053A2}"/>
              </a:ext>
            </a:extLst>
          </p:cNvPr>
          <p:cNvSpPr>
            <a:spLocks xmlns:a="http://schemas.openxmlformats.org/drawingml/2006/main" noGrp="1"/>
          </p:cNvSpPr>
          <p:nvPr/>
        </p:nvSpPr>
        <p:spPr>
          <a:xfrm xmlns:a="http://schemas.openxmlformats.org/drawingml/2006/main">
            <a:off x="2800350" y="2371725"/>
            <a:ext cx="723900" cy="47625"/>
          </a:xfrm>
          <a:prstGeom xmlns:a="http://schemas.openxmlformats.org/drawingml/2006/main" prst="rect">
            <a:avLst/>
          </a:prstGeom>
          <a:solidFill xmlns:a="http://schemas.openxmlformats.org/drawingml/2006/main">
            <a:srgbClr val="F58200"/>
          </a:solidFill>
          <a:ln xmlns:a="http://schemas.openxmlformats.org/drawingml/2006/main" w="0">
            <a:solidFill>
              <a:srgbClr val="F58200"/>
            </a:solidFill>
          </a:ln>
        </p:spPr>
      </p:sp>
      <p:sp>
        <p:nvSpPr>
          <p:cNvPr id="12" name="">
            <a:extLst xmlns:a="http://schemas.openxmlformats.org/drawingml/2006/main">
              <a:ext uri="{FF2B5EF4-FFF2-40B4-BE49-F238E27FC236}">
                <a16:creationId xmlns:a16="http://schemas.microsoft.com/office/drawing/2014/main" id="{7828828F-B88B-453F-B43C-634339F61A55}"/>
              </a:ext>
            </a:extLst>
          </p:cNvPr>
          <p:cNvSpPr>
            <a:spLocks xmlns:a="http://schemas.openxmlformats.org/drawingml/2006/main" noGrp="1"/>
          </p:cNvSpPr>
          <p:nvPr/>
        </p:nvSpPr>
        <p:spPr>
          <a:xfrm xmlns:a="http://schemas.openxmlformats.org/drawingml/2006/main">
            <a:off x="7239000" y="2371725"/>
            <a:ext cx="1000125" cy="47625"/>
          </a:xfrm>
          <a:prstGeom xmlns:a="http://schemas.openxmlformats.org/drawingml/2006/main" prst="rect">
            <a:avLst/>
          </a:prstGeom>
          <a:solidFill xmlns:a="http://schemas.openxmlformats.org/drawingml/2006/main">
            <a:srgbClr val="F58200"/>
          </a:solidFill>
          <a:ln xmlns:a="http://schemas.openxmlformats.org/drawingml/2006/main" w="0">
            <a:solidFill>
              <a:srgbClr val="F58200"/>
            </a:solidFill>
          </a:ln>
        </p:spPr>
      </p:sp>
      <p:sp>
        <p:nvSpPr>
          <p:cNvPr id="13" name="">
            <a:extLst xmlns:a="http://schemas.openxmlformats.org/drawingml/2006/main">
              <a:ext uri="{FF2B5EF4-FFF2-40B4-BE49-F238E27FC236}">
                <a16:creationId xmlns:a16="http://schemas.microsoft.com/office/drawing/2014/main" id="{5AD987CB-CB84-4CBC-A01E-248D9C38CAA9}"/>
              </a:ext>
            </a:extLst>
          </p:cNvPr>
          <p:cNvSpPr>
            <a:spLocks xmlns:a="http://schemas.openxmlformats.org/drawingml/2006/main" noGrp="1"/>
          </p:cNvSpPr>
          <p:nvPr/>
        </p:nvSpPr>
        <p:spPr>
          <a:xfrm xmlns:a="http://schemas.openxmlformats.org/drawingml/2006/main">
            <a:off x="5353050" y="2905125"/>
            <a:ext cx="47625" cy="1095375"/>
          </a:xfrm>
          <a:prstGeom xmlns:a="http://schemas.openxmlformats.org/drawingml/2006/main" prst="rect">
            <a:avLst/>
          </a:prstGeom>
          <a:solidFill xmlns:a="http://schemas.openxmlformats.org/drawingml/2006/main">
            <a:srgbClr val="F58200"/>
          </a:solidFill>
          <a:ln xmlns:a="http://schemas.openxmlformats.org/drawingml/2006/main" w="0">
            <a:solidFill>
              <a:srgbClr val="F58200"/>
            </a:solidFill>
          </a:ln>
        </p:spPr>
      </p:sp>
      <p:sp>
        <p:nvSpPr>
          <p:cNvPr id="14" name="">
            <a:extLst xmlns:a="http://schemas.openxmlformats.org/drawingml/2006/main">
              <a:ext uri="{FF2B5EF4-FFF2-40B4-BE49-F238E27FC236}">
                <a16:creationId xmlns:a16="http://schemas.microsoft.com/office/drawing/2014/main" id="{900A5F3A-4F1E-44E7-9B06-30AC333C2676}"/>
              </a:ext>
            </a:extLst>
          </p:cNvPr>
          <p:cNvSpPr>
            <a:spLocks xmlns:a="http://schemas.openxmlformats.org/drawingml/2006/main" noGrp="1"/>
          </p:cNvSpPr>
          <p:nvPr/>
        </p:nvSpPr>
        <p:spPr>
          <a:xfrm xmlns:a="http://schemas.openxmlformats.org/drawingml/2006/main">
            <a:off x="609600" y="53625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1414"/>
                </a:solidFill>
              </a:defRPr>
            </a:defPPr>
            <a:lvl1pPr>
              <a:defRPr sz="2250" b="0">
                <a:solidFill>
                  <a:srgbClr val="141414"/>
                </a:solidFill>
              </a:defRPr>
            </a:lvl1pPr>
            <a:lvl2pPr>
              <a:defRPr sz="2250" b="0">
                <a:solidFill>
                  <a:srgbClr val="141414"/>
                </a:solidFill>
              </a:defRPr>
            </a:lvl2pPr>
            <a:lvl3pPr>
              <a:defRPr sz="2250" b="0">
                <a:solidFill>
                  <a:srgbClr val="141414"/>
                </a:solidFill>
              </a:defRPr>
            </a:lvl3pPr>
            <a:lvl4pPr>
              <a:defRPr sz="2250" b="0">
                <a:solidFill>
                  <a:srgbClr val="141414"/>
                </a:solidFill>
              </a:defRPr>
            </a:lvl4pPr>
            <a:lvl5pPr>
              <a:defRPr sz="2250" b="0">
                <a:solidFill>
                  <a:srgbClr val="141414"/>
                </a:solidFill>
              </a:defRPr>
            </a:lvl5pPr>
            <a:lvl6pPr>
              <a:defRPr sz="2250" b="0">
                <a:solidFill>
                  <a:srgbClr val="141414"/>
                </a:solidFill>
              </a:defRPr>
            </a:lvl6pPr>
            <a:lvl7pPr>
              <a:defRPr sz="2250" b="0">
                <a:solidFill>
                  <a:srgbClr val="141414"/>
                </a:solidFill>
              </a:defRPr>
            </a:lvl7pPr>
            <a:lvl8pPr>
              <a:defRPr sz="2250" b="0">
                <a:solidFill>
                  <a:srgbClr val="141414"/>
                </a:solidFill>
              </a:defRPr>
            </a:lvl8pPr>
            <a:lvl9pPr>
              <a:defRPr sz="2250" b="0">
                <a:solidFill>
                  <a:srgbClr val="141414"/>
                </a:solidFill>
              </a:defRPr>
            </a:lvl9pPr>
          </a:lstStyle>
          <a:p xmlns:a="http://schemas.openxmlformats.org/drawingml/2006/main">
            <a:pPr>
              <a:defRPr sz="2250" b="0">
                <a:solidFill>
                  <a:srgbClr val="141414"/>
                </a:solidFill>
              </a:defRPr>
            </a:pPr>
            <a:r>
              <a:rPr sz="2250" b="0">
                <a:solidFill>
                  <a:srgbClr val="141414"/>
                </a:solidFill>
              </a:rPr>
              <a:t>Un mismo WordPress conserva las URL,</a:t>
            </a:r>
          </a:p>
          <a:p xmlns:a="http://schemas.openxmlformats.org/drawingml/2006/main">
            <a:pPr>
              <a:defRPr sz="2250" b="0">
                <a:solidFill>
                  <a:srgbClr val="141414"/>
                </a:solidFill>
              </a:defRPr>
            </a:pPr>
            <a:r>
              <a:rPr sz="2250" b="0">
                <a:solidFill>
                  <a:srgbClr val="141414"/>
                </a:solidFill>
              </a:rPr>
              <a:t>los estados HTTP y los metadatos</a:t>
            </a:r>
          </a:p>
        </p:txBody>
      </p:sp>
    </p:spTree>
    <p:extLst>
      <p:ext uri="{BB962C8B-B14F-4D97-AF65-F5344CB8AC3E}">
        <p14:creationId xmlns:p14="http://schemas.microsoft.com/office/powerpoint/2010/main" val="42761050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DC97B72-5064-44DE-9244-F6AB19FC5691}"/>
              </a:ext>
            </a:extLst>
          </p:cNvPr>
          <p:cNvSpPr>
            <a:spLocks xmlns:a="http://schemas.openxmlformats.org/drawingml/2006/main" noGrp="1"/>
          </p:cNvSpPr>
          <p:nvPr/>
        </p:nvSpPr>
        <p:spPr>
          <a:xfrm xmlns:a="http://schemas.openxmlformats.org/drawingml/2006/main">
            <a:off x="609600" y="4572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1414"/>
                </a:solidFill>
              </a:defRPr>
            </a:defPPr>
            <a:lvl1pPr>
              <a:defRPr sz="3300" b="1">
                <a:solidFill>
                  <a:srgbClr val="141414"/>
                </a:solidFill>
              </a:defRPr>
            </a:lvl1pPr>
            <a:lvl2pPr>
              <a:defRPr sz="3300" b="1">
                <a:solidFill>
                  <a:srgbClr val="141414"/>
                </a:solidFill>
              </a:defRPr>
            </a:lvl2pPr>
            <a:lvl3pPr>
              <a:defRPr sz="3300" b="1">
                <a:solidFill>
                  <a:srgbClr val="141414"/>
                </a:solidFill>
              </a:defRPr>
            </a:lvl3pPr>
            <a:lvl4pPr>
              <a:defRPr sz="3300" b="1">
                <a:solidFill>
                  <a:srgbClr val="141414"/>
                </a:solidFill>
              </a:defRPr>
            </a:lvl4pPr>
            <a:lvl5pPr>
              <a:defRPr sz="3300" b="1">
                <a:solidFill>
                  <a:srgbClr val="141414"/>
                </a:solidFill>
              </a:defRPr>
            </a:lvl5pPr>
            <a:lvl6pPr>
              <a:defRPr sz="3300" b="1">
                <a:solidFill>
                  <a:srgbClr val="141414"/>
                </a:solidFill>
              </a:defRPr>
            </a:lvl6pPr>
            <a:lvl7pPr>
              <a:defRPr sz="3300" b="1">
                <a:solidFill>
                  <a:srgbClr val="141414"/>
                </a:solidFill>
              </a:defRPr>
            </a:lvl7pPr>
            <a:lvl8pPr>
              <a:defRPr sz="3300" b="1">
                <a:solidFill>
                  <a:srgbClr val="141414"/>
                </a:solidFill>
              </a:defRPr>
            </a:lvl8pPr>
            <a:lvl9pPr>
              <a:defRPr sz="3300" b="1">
                <a:solidFill>
                  <a:srgbClr val="141414"/>
                </a:solidFill>
              </a:defRPr>
            </a:lvl9pPr>
          </a:lstStyle>
          <a:p xmlns:a="http://schemas.openxmlformats.org/drawingml/2006/main">
            <a:pPr>
              <a:defRPr sz="3300" b="1">
                <a:solidFill>
                  <a:srgbClr val="141414"/>
                </a:solidFill>
              </a:defRPr>
            </a:pPr>
            <a:r>
              <a:rPr sz="3300" b="1">
                <a:solidFill>
                  <a:srgbClr val="141414"/>
                </a:solidFill>
              </a:rPr>
              <a:t>Tres piezas con funciones claras</a:t>
            </a:r>
          </a:p>
        </p:txBody>
      </p:sp>
      <p:sp>
        <p:nvSpPr>
          <p:cNvPr id="2" name="">
            <a:extLst xmlns:a="http://schemas.openxmlformats.org/drawingml/2006/main">
              <a:ext uri="{FF2B5EF4-FFF2-40B4-BE49-F238E27FC236}">
                <a16:creationId xmlns:a16="http://schemas.microsoft.com/office/drawing/2014/main" id="{F36352D0-F949-45A9-999F-1351D846CB04}"/>
              </a:ext>
            </a:extLst>
          </p:cNvPr>
          <p:cNvSpPr>
            <a:spLocks xmlns:a="http://schemas.openxmlformats.org/drawingml/2006/main" noGrp="1"/>
          </p:cNvSpPr>
          <p:nvPr/>
        </p:nvSpPr>
        <p:spPr>
          <a:xfrm xmlns:a="http://schemas.openxmlformats.org/drawingml/2006/main">
            <a:off x="11049000" y="62674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55555"/>
                </a:solidFill>
              </a:defRPr>
            </a:defPPr>
            <a:lvl1pPr>
              <a:defRPr sz="1275" b="0">
                <a:solidFill>
                  <a:srgbClr val="555555"/>
                </a:solidFill>
              </a:defRPr>
            </a:lvl1pPr>
            <a:lvl2pPr>
              <a:defRPr sz="1275" b="0">
                <a:solidFill>
                  <a:srgbClr val="555555"/>
                </a:solidFill>
              </a:defRPr>
            </a:lvl2pPr>
            <a:lvl3pPr>
              <a:defRPr sz="1275" b="0">
                <a:solidFill>
                  <a:srgbClr val="555555"/>
                </a:solidFill>
              </a:defRPr>
            </a:lvl3pPr>
            <a:lvl4pPr>
              <a:defRPr sz="1275" b="0">
                <a:solidFill>
                  <a:srgbClr val="555555"/>
                </a:solidFill>
              </a:defRPr>
            </a:lvl4pPr>
            <a:lvl5pPr>
              <a:defRPr sz="1275" b="0">
                <a:solidFill>
                  <a:srgbClr val="555555"/>
                </a:solidFill>
              </a:defRPr>
            </a:lvl5pPr>
            <a:lvl6pPr>
              <a:defRPr sz="1275" b="0">
                <a:solidFill>
                  <a:srgbClr val="555555"/>
                </a:solidFill>
              </a:defRPr>
            </a:lvl6pPr>
            <a:lvl7pPr>
              <a:defRPr sz="1275" b="0">
                <a:solidFill>
                  <a:srgbClr val="555555"/>
                </a:solidFill>
              </a:defRPr>
            </a:lvl7pPr>
            <a:lvl8pPr>
              <a:defRPr sz="1275" b="0">
                <a:solidFill>
                  <a:srgbClr val="555555"/>
                </a:solidFill>
              </a:defRPr>
            </a:lvl8pPr>
            <a:lvl9pPr>
              <a:defRPr sz="1275" b="0">
                <a:solidFill>
                  <a:srgbClr val="555555"/>
                </a:solidFill>
              </a:defRPr>
            </a:lvl9pPr>
          </a:lstStyle>
          <a:p xmlns:a="http://schemas.openxmlformats.org/drawingml/2006/main">
            <a:pPr>
              <a:defRPr sz="1275" b="0">
                <a:solidFill>
                  <a:srgbClr val="555555"/>
                </a:solidFill>
              </a:defRPr>
            </a:pPr>
            <a:r>
              <a:rPr sz="1275" b="0">
                <a:solidFill>
                  <a:srgbClr val="555555"/>
                </a:solidFill>
              </a:rPr>
              <a:t>03</a:t>
            </a:r>
          </a:p>
        </p:txBody>
      </p:sp>
      <p:graphicFrame>
        <p:nvGraphicFramePr>
          <p:cNvPr id="3" name="">
            <a:extLst xmlns:a="http://schemas.openxmlformats.org/drawingml/2006/main">
              <a:ext uri="{FF2B5EF4-FFF2-40B4-BE49-F238E27FC236}">
                <a16:creationId xmlns:a16="http://schemas.microsoft.com/office/drawing/2014/main" id="{B044B0CB-80E8-40D0-A7CB-4CA913C41697}"/>
              </a:ext>
            </a:extLst>
          </p:cNvPr>
          <p:cNvGraphicFramePr/>
          <p:nvPr/>
        </p:nvGraphicFramePr>
        <p:xfrm>
          <a:off xmlns:a="http://schemas.openxmlformats.org/drawingml/2006/main" x="609600" y="1905000"/>
          <a:ext xmlns:a="http://schemas.openxmlformats.org/drawingml/2006/main" cx="10972800" cy="3143250"/>
        </p:xfrm>
        <a:graphic xmlns:a="http://schemas.openxmlformats.org/drawingml/2006/main">
          <a:graphicData uri="http://schemas.openxmlformats.org/drawingml/2006/table">
            <a:tbl>
              <a:tblPr/>
              <a:tblGrid>
                <a:gridCol w="2476500"/>
                <a:gridCol w="4381500"/>
                <a:gridCol w="4114800"/>
              </a:tblGrid>
              <a:tr h="785813">
                <a:tc>
                  <a:txBody>
                    <a:bodyPr/>
                    <a:lstStyle/>
                    <a:p>
                      <a:r>
                        <a:rPr sz="1950" b="1">
                          <a:solidFill>
                            <a:srgbClr val="FFFFFF"/>
                          </a:solidFill>
                        </a:rPr>
                        <a:t>Pieza</a:t>
                      </a:r>
                    </a:p>
                  </a:txBody>
                  <a:tcPr marL="91440" marR="91440" marT="45720" marB="45720">
                    <a:solidFill>
                      <a:srgbClr val="141414"/>
                    </a:solidFill>
                  </a:tcPr>
                </a:tc>
                <a:tc>
                  <a:txBody>
                    <a:bodyPr/>
                    <a:lstStyle/>
                    <a:p>
                      <a:r>
                        <a:rPr sz="1950" b="1">
                          <a:solidFill>
                            <a:srgbClr val="FFFFFF"/>
                          </a:solidFill>
                        </a:rPr>
                        <a:t>Responsabilidad</a:t>
                      </a:r>
                    </a:p>
                  </a:txBody>
                  <a:tcPr marL="91440" marR="91440" marT="45720" marB="45720">
                    <a:solidFill>
                      <a:srgbClr val="141414"/>
                    </a:solidFill>
                  </a:tcPr>
                </a:tc>
                <a:tc>
                  <a:txBody>
                    <a:bodyPr/>
                    <a:lstStyle/>
                    <a:p>
                      <a:r>
                        <a:rPr sz="1950" b="1">
                          <a:solidFill>
                            <a:srgbClr val="FFFFFF"/>
                          </a:solidFill>
                        </a:rPr>
                        <a:t>Ejemplo visible</a:t>
                      </a:r>
                    </a:p>
                  </a:txBody>
                  <a:tcPr marL="91440" marR="91440" marT="45720" marB="45720">
                    <a:solidFill>
                      <a:srgbClr val="141414"/>
                    </a:solidFill>
                  </a:tcPr>
                </a:tc>
              </a:tr>
              <a:tr h="785813">
                <a:tc>
                  <a:txBody>
                    <a:bodyPr/>
                    <a:lstStyle/>
                    <a:p>
                      <a:r>
                        <a:rPr sz="1950" b="0">
                          <a:solidFill>
                            <a:srgbClr val="141414"/>
                          </a:solidFill>
                        </a:rPr>
                        <a:t>React + Vite</a:t>
                      </a:r>
                    </a:p>
                  </a:txBody>
                  <a:tcPr marL="91440" marR="91440" marT="45720" marB="45720">
                    <a:solidFill>
                      <a:srgbClr val="F4F4F4"/>
                    </a:solidFill>
                  </a:tcPr>
                </a:tc>
                <a:tc>
                  <a:txBody>
                    <a:bodyPr/>
                    <a:lstStyle/>
                    <a:p>
                      <a:r>
                        <a:rPr sz="1950" b="0">
                          <a:solidFill>
                            <a:srgbClr val="141414"/>
                          </a:solidFill>
                        </a:rPr>
                        <a:t>Interfaz y recursos estáticos</a:t>
                      </a:r>
                    </a:p>
                  </a:txBody>
                  <a:tcPr marL="91440" marR="91440" marT="45720" marB="45720">
                    <a:solidFill>
                      <a:srgbClr val="F4F4F4"/>
                    </a:solidFill>
                  </a:tcPr>
                </a:tc>
                <a:tc>
                  <a:txBody>
                    <a:bodyPr/>
                    <a:lstStyle/>
                    <a:p>
                      <a:r>
                        <a:rPr sz="1950" b="0">
                          <a:solidFill>
                            <a:srgbClr val="141414"/>
                          </a:solidFill>
                        </a:rPr>
                        <a:t>Secciones y tarjetas</a:t>
                      </a:r>
                    </a:p>
                  </a:txBody>
                  <a:tcPr marL="91440" marR="91440" marT="45720" marB="45720">
                    <a:solidFill>
                      <a:srgbClr val="F4F4F4"/>
                    </a:solidFill>
                  </a:tcPr>
                </a:tc>
              </a:tr>
              <a:tr h="785813">
                <a:tc>
                  <a:txBody>
                    <a:bodyPr/>
                    <a:lstStyle/>
                    <a:p>
                      <a:r>
                        <a:rPr sz="1950" b="0">
                          <a:solidFill>
                            <a:srgbClr val="141414"/>
                          </a:solidFill>
                        </a:rPr>
                        <a:t>Tema dipe-react</a:t>
                      </a:r>
                    </a:p>
                  </a:txBody>
                  <a:tcPr marL="91440" marR="91440" marT="45720" marB="45720">
                    <a:solidFill>
                      <a:srgbClr val="FFFFFF"/>
                    </a:solidFill>
                  </a:tcPr>
                </a:tc>
                <a:tc>
                  <a:txBody>
                    <a:bodyPr/>
                    <a:lstStyle/>
                    <a:p>
                      <a:r>
                        <a:rPr sz="1950" b="0">
                          <a:solidFill>
                            <a:srgbClr val="141414"/>
                          </a:solidFill>
                        </a:rPr>
                        <a:t>Carga y conexión con WordPress</a:t>
                      </a:r>
                    </a:p>
                  </a:txBody>
                  <a:tcPr marL="91440" marR="91440" marT="45720" marB="45720">
                    <a:solidFill>
                      <a:srgbClr val="FFFFFF"/>
                    </a:solidFill>
                  </a:tcPr>
                </a:tc>
                <a:tc>
                  <a:txBody>
                    <a:bodyPr/>
                    <a:lstStyle/>
                    <a:p>
                      <a:r>
                        <a:rPr sz="1950" b="0">
                          <a:solidFill>
                            <a:srgbClr val="141414"/>
                          </a:solidFill>
                        </a:rPr>
                        <a:t>Cabecera y navegación</a:t>
                      </a:r>
                    </a:p>
                  </a:txBody>
                  <a:tcPr marL="91440" marR="91440" marT="45720" marB="45720">
                    <a:solidFill>
                      <a:srgbClr val="FFFFFF"/>
                    </a:solidFill>
                  </a:tcPr>
                </a:tc>
              </a:tr>
              <a:tr h="785813">
                <a:tc>
                  <a:txBody>
                    <a:bodyPr/>
                    <a:lstStyle/>
                    <a:p>
                      <a:r>
                        <a:rPr sz="1950" b="0">
                          <a:solidFill>
                            <a:srgbClr val="141414"/>
                          </a:solidFill>
                        </a:rPr>
                        <a:t>Plugin dipe-core</a:t>
                      </a:r>
                    </a:p>
                  </a:txBody>
                  <a:tcPr marL="91440" marR="91440" marT="45720" marB="45720">
                    <a:solidFill>
                      <a:srgbClr val="F4F4F4"/>
                    </a:solidFill>
                  </a:tcPr>
                </a:tc>
                <a:tc>
                  <a:txBody>
                    <a:bodyPr/>
                    <a:lstStyle/>
                    <a:p>
                      <a:r>
                        <a:rPr sz="1950" b="0">
                          <a:solidFill>
                            <a:srgbClr val="141414"/>
                          </a:solidFill>
                        </a:rPr>
                        <a:t>Datos, API y formularios</a:t>
                      </a:r>
                    </a:p>
                  </a:txBody>
                  <a:tcPr marL="91440" marR="91440" marT="45720" marB="45720">
                    <a:solidFill>
                      <a:srgbClr val="F4F4F4"/>
                    </a:solidFill>
                  </a:tcPr>
                </a:tc>
                <a:tc>
                  <a:txBody>
                    <a:bodyPr/>
                    <a:lstStyle/>
                    <a:p>
                      <a:r>
                        <a:rPr sz="1950" b="0">
                          <a:solidFill>
                            <a:srgbClr val="141414"/>
                          </a:solidFill>
                        </a:rPr>
                        <a:t>Proyectos y solicitudes</a:t>
                      </a:r>
                    </a:p>
                  </a:txBody>
                  <a:tcPr marL="91440" marR="91440" marT="45720" marB="45720">
                    <a:solidFill>
                      <a:srgbClr val="F4F4F4"/>
                    </a:solidFill>
                  </a:tcPr>
                </a:tc>
              </a:tr>
            </a:tbl>
          </a:graphicData>
        </a:graphic>
      </p:graphicFrame>
      <p:sp>
        <p:nvSpPr>
          <p:cNvPr id="4" name="">
            <a:extLst xmlns:a="http://schemas.openxmlformats.org/drawingml/2006/main">
              <a:ext uri="{FF2B5EF4-FFF2-40B4-BE49-F238E27FC236}">
                <a16:creationId xmlns:a16="http://schemas.microsoft.com/office/drawing/2014/main" id="{4FEF6164-F0B3-47EF-BA01-A1FAA427518D}"/>
              </a:ext>
            </a:extLst>
          </p:cNvPr>
          <p:cNvSpPr>
            <a:spLocks xmlns:a="http://schemas.openxmlformats.org/drawingml/2006/main" noGrp="1"/>
          </p:cNvSpPr>
          <p:nvPr/>
        </p:nvSpPr>
        <p:spPr>
          <a:xfrm xmlns:a="http://schemas.openxmlformats.org/drawingml/2006/main">
            <a:off x="609600" y="54673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F58200"/>
                </a:solidFill>
              </a:defRPr>
            </a:defPPr>
            <a:lvl1pPr>
              <a:defRPr sz="2250" b="1">
                <a:solidFill>
                  <a:srgbClr val="F58200"/>
                </a:solidFill>
              </a:defRPr>
            </a:lvl1pPr>
            <a:lvl2pPr>
              <a:defRPr sz="2250" b="1">
                <a:solidFill>
                  <a:srgbClr val="F58200"/>
                </a:solidFill>
              </a:defRPr>
            </a:lvl2pPr>
            <a:lvl3pPr>
              <a:defRPr sz="2250" b="1">
                <a:solidFill>
                  <a:srgbClr val="F58200"/>
                </a:solidFill>
              </a:defRPr>
            </a:lvl3pPr>
            <a:lvl4pPr>
              <a:defRPr sz="2250" b="1">
                <a:solidFill>
                  <a:srgbClr val="F58200"/>
                </a:solidFill>
              </a:defRPr>
            </a:lvl4pPr>
            <a:lvl5pPr>
              <a:defRPr sz="2250" b="1">
                <a:solidFill>
                  <a:srgbClr val="F58200"/>
                </a:solidFill>
              </a:defRPr>
            </a:lvl5pPr>
            <a:lvl6pPr>
              <a:defRPr sz="2250" b="1">
                <a:solidFill>
                  <a:srgbClr val="F58200"/>
                </a:solidFill>
              </a:defRPr>
            </a:lvl6pPr>
            <a:lvl7pPr>
              <a:defRPr sz="2250" b="1">
                <a:solidFill>
                  <a:srgbClr val="F58200"/>
                </a:solidFill>
              </a:defRPr>
            </a:lvl7pPr>
            <a:lvl8pPr>
              <a:defRPr sz="2250" b="1">
                <a:solidFill>
                  <a:srgbClr val="F58200"/>
                </a:solidFill>
              </a:defRPr>
            </a:lvl8pPr>
            <a:lvl9pPr>
              <a:defRPr sz="2250" b="1">
                <a:solidFill>
                  <a:srgbClr val="F58200"/>
                </a:solidFill>
              </a:defRPr>
            </a:lvl9pPr>
          </a:lstStyle>
          <a:p xmlns:a="http://schemas.openxmlformats.org/drawingml/2006/main">
            <a:pPr>
              <a:defRPr sz="2250" b="1">
                <a:solidFill>
                  <a:srgbClr val="F58200"/>
                </a:solidFill>
              </a:defRPr>
            </a:pPr>
            <a:r>
              <a:rPr sz="2250" b="1">
                <a:solidFill>
                  <a:srgbClr val="F58200"/>
                </a:solidFill>
              </a:rPr>
              <a:t>El hosting recibe los recursos ya compilados</a:t>
            </a:r>
          </a:p>
        </p:txBody>
      </p:sp>
    </p:spTree>
    <p:extLst>
      <p:ext uri="{BB962C8B-B14F-4D97-AF65-F5344CB8AC3E}">
        <p14:creationId xmlns:p14="http://schemas.microsoft.com/office/powerpoint/2010/main" val="113891751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3C97F23-0C31-486F-91FB-0279B0A5EB1F}"/>
              </a:ext>
            </a:extLst>
          </p:cNvPr>
          <p:cNvSpPr>
            <a:spLocks xmlns:a="http://schemas.openxmlformats.org/drawingml/2006/main" noGrp="1"/>
          </p:cNvSpPr>
          <p:nvPr/>
        </p:nvSpPr>
        <p:spPr>
          <a:xfrm xmlns:a="http://schemas.openxmlformats.org/drawingml/2006/main">
            <a:off x="609600" y="4572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1414"/>
                </a:solidFill>
              </a:defRPr>
            </a:defPPr>
            <a:lvl1pPr>
              <a:defRPr sz="3300" b="1">
                <a:solidFill>
                  <a:srgbClr val="141414"/>
                </a:solidFill>
              </a:defRPr>
            </a:lvl1pPr>
            <a:lvl2pPr>
              <a:defRPr sz="3300" b="1">
                <a:solidFill>
                  <a:srgbClr val="141414"/>
                </a:solidFill>
              </a:defRPr>
            </a:lvl2pPr>
            <a:lvl3pPr>
              <a:defRPr sz="3300" b="1">
                <a:solidFill>
                  <a:srgbClr val="141414"/>
                </a:solidFill>
              </a:defRPr>
            </a:lvl3pPr>
            <a:lvl4pPr>
              <a:defRPr sz="3300" b="1">
                <a:solidFill>
                  <a:srgbClr val="141414"/>
                </a:solidFill>
              </a:defRPr>
            </a:lvl4pPr>
            <a:lvl5pPr>
              <a:defRPr sz="3300" b="1">
                <a:solidFill>
                  <a:srgbClr val="141414"/>
                </a:solidFill>
              </a:defRPr>
            </a:lvl5pPr>
            <a:lvl6pPr>
              <a:defRPr sz="3300" b="1">
                <a:solidFill>
                  <a:srgbClr val="141414"/>
                </a:solidFill>
              </a:defRPr>
            </a:lvl6pPr>
            <a:lvl7pPr>
              <a:defRPr sz="3300" b="1">
                <a:solidFill>
                  <a:srgbClr val="141414"/>
                </a:solidFill>
              </a:defRPr>
            </a:lvl7pPr>
            <a:lvl8pPr>
              <a:defRPr sz="3300" b="1">
                <a:solidFill>
                  <a:srgbClr val="141414"/>
                </a:solidFill>
              </a:defRPr>
            </a:lvl8pPr>
            <a:lvl9pPr>
              <a:defRPr sz="3300" b="1">
                <a:solidFill>
                  <a:srgbClr val="141414"/>
                </a:solidFill>
              </a:defRPr>
            </a:lvl9pPr>
          </a:lstStyle>
          <a:p xmlns:a="http://schemas.openxmlformats.org/drawingml/2006/main">
            <a:pPr>
              <a:defRPr sz="3300" b="1">
                <a:solidFill>
                  <a:srgbClr val="141414"/>
                </a:solidFill>
              </a:defRPr>
            </a:pPr>
            <a:r>
              <a:rPr sz="3300" b="1">
                <a:solidFill>
                  <a:srgbClr val="141414"/>
                </a:solidFill>
              </a:rPr>
              <a:t>El proceso de construcción</a:t>
            </a:r>
          </a:p>
        </p:txBody>
      </p:sp>
      <p:sp>
        <p:nvSpPr>
          <p:cNvPr id="2" name="">
            <a:extLst xmlns:a="http://schemas.openxmlformats.org/drawingml/2006/main">
              <a:ext uri="{FF2B5EF4-FFF2-40B4-BE49-F238E27FC236}">
                <a16:creationId xmlns:a16="http://schemas.microsoft.com/office/drawing/2014/main" id="{0BD66114-FB5C-4181-92BF-CA0448C0207C}"/>
              </a:ext>
            </a:extLst>
          </p:cNvPr>
          <p:cNvSpPr>
            <a:spLocks xmlns:a="http://schemas.openxmlformats.org/drawingml/2006/main" noGrp="1"/>
          </p:cNvSpPr>
          <p:nvPr/>
        </p:nvSpPr>
        <p:spPr>
          <a:xfrm xmlns:a="http://schemas.openxmlformats.org/drawingml/2006/main">
            <a:off x="11049000" y="62674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55555"/>
                </a:solidFill>
              </a:defRPr>
            </a:defPPr>
            <a:lvl1pPr>
              <a:defRPr sz="1275" b="0">
                <a:solidFill>
                  <a:srgbClr val="555555"/>
                </a:solidFill>
              </a:defRPr>
            </a:lvl1pPr>
            <a:lvl2pPr>
              <a:defRPr sz="1275" b="0">
                <a:solidFill>
                  <a:srgbClr val="555555"/>
                </a:solidFill>
              </a:defRPr>
            </a:lvl2pPr>
            <a:lvl3pPr>
              <a:defRPr sz="1275" b="0">
                <a:solidFill>
                  <a:srgbClr val="555555"/>
                </a:solidFill>
              </a:defRPr>
            </a:lvl3pPr>
            <a:lvl4pPr>
              <a:defRPr sz="1275" b="0">
                <a:solidFill>
                  <a:srgbClr val="555555"/>
                </a:solidFill>
              </a:defRPr>
            </a:lvl4pPr>
            <a:lvl5pPr>
              <a:defRPr sz="1275" b="0">
                <a:solidFill>
                  <a:srgbClr val="555555"/>
                </a:solidFill>
              </a:defRPr>
            </a:lvl5pPr>
            <a:lvl6pPr>
              <a:defRPr sz="1275" b="0">
                <a:solidFill>
                  <a:srgbClr val="555555"/>
                </a:solidFill>
              </a:defRPr>
            </a:lvl6pPr>
            <a:lvl7pPr>
              <a:defRPr sz="1275" b="0">
                <a:solidFill>
                  <a:srgbClr val="555555"/>
                </a:solidFill>
              </a:defRPr>
            </a:lvl7pPr>
            <a:lvl8pPr>
              <a:defRPr sz="1275" b="0">
                <a:solidFill>
                  <a:srgbClr val="555555"/>
                </a:solidFill>
              </a:defRPr>
            </a:lvl8pPr>
            <a:lvl9pPr>
              <a:defRPr sz="1275" b="0">
                <a:solidFill>
                  <a:srgbClr val="555555"/>
                </a:solidFill>
              </a:defRPr>
            </a:lvl9pPr>
          </a:lstStyle>
          <a:p xmlns:a="http://schemas.openxmlformats.org/drawingml/2006/main">
            <a:pPr>
              <a:defRPr sz="1275" b="0">
                <a:solidFill>
                  <a:srgbClr val="555555"/>
                </a:solidFill>
              </a:defRPr>
            </a:pPr>
            <a:r>
              <a:rPr sz="1275" b="0">
                <a:solidFill>
                  <a:srgbClr val="555555"/>
                </a:solidFill>
              </a:rPr>
              <a:t>04</a:t>
            </a:r>
          </a:p>
        </p:txBody>
      </p:sp>
      <p:sp>
        <p:nvSpPr>
          <p:cNvPr id="3" name="">
            <a:extLst xmlns:a="http://schemas.openxmlformats.org/drawingml/2006/main">
              <a:ext uri="{FF2B5EF4-FFF2-40B4-BE49-F238E27FC236}">
                <a16:creationId xmlns:a16="http://schemas.microsoft.com/office/drawing/2014/main" id="{B4ABF194-1F00-44D8-9FD4-F642AC2698C8}"/>
              </a:ext>
            </a:extLst>
          </p:cNvPr>
          <p:cNvSpPr>
            <a:spLocks xmlns:a="http://schemas.openxmlformats.org/drawingml/2006/main" noGrp="1"/>
          </p:cNvSpPr>
          <p:nvPr/>
        </p:nvSpPr>
        <p:spPr>
          <a:xfrm xmlns:a="http://schemas.openxmlformats.org/drawingml/2006/main">
            <a:off x="609600" y="1762125"/>
            <a:ext cx="714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F58200"/>
                </a:solidFill>
              </a:defRPr>
            </a:defPPr>
            <a:lvl1pPr>
              <a:defRPr sz="3150" b="1">
                <a:solidFill>
                  <a:srgbClr val="F58200"/>
                </a:solidFill>
              </a:defRPr>
            </a:lvl1pPr>
            <a:lvl2pPr>
              <a:defRPr sz="3150" b="1">
                <a:solidFill>
                  <a:srgbClr val="F58200"/>
                </a:solidFill>
              </a:defRPr>
            </a:lvl2pPr>
            <a:lvl3pPr>
              <a:defRPr sz="3150" b="1">
                <a:solidFill>
                  <a:srgbClr val="F58200"/>
                </a:solidFill>
              </a:defRPr>
            </a:lvl3pPr>
            <a:lvl4pPr>
              <a:defRPr sz="3150" b="1">
                <a:solidFill>
                  <a:srgbClr val="F58200"/>
                </a:solidFill>
              </a:defRPr>
            </a:lvl4pPr>
            <a:lvl5pPr>
              <a:defRPr sz="3150" b="1">
                <a:solidFill>
                  <a:srgbClr val="F58200"/>
                </a:solidFill>
              </a:defRPr>
            </a:lvl5pPr>
            <a:lvl6pPr>
              <a:defRPr sz="3150" b="1">
                <a:solidFill>
                  <a:srgbClr val="F58200"/>
                </a:solidFill>
              </a:defRPr>
            </a:lvl6pPr>
            <a:lvl7pPr>
              <a:defRPr sz="3150" b="1">
                <a:solidFill>
                  <a:srgbClr val="F58200"/>
                </a:solidFill>
              </a:defRPr>
            </a:lvl7pPr>
            <a:lvl8pPr>
              <a:defRPr sz="3150" b="1">
                <a:solidFill>
                  <a:srgbClr val="F58200"/>
                </a:solidFill>
              </a:defRPr>
            </a:lvl8pPr>
            <a:lvl9pPr>
              <a:defRPr sz="3150" b="1">
                <a:solidFill>
                  <a:srgbClr val="F58200"/>
                </a:solidFill>
              </a:defRPr>
            </a:lvl9pPr>
          </a:lstStyle>
          <a:p xmlns:a="http://schemas.openxmlformats.org/drawingml/2006/main">
            <a:pPr>
              <a:defRPr sz="3150" b="1">
                <a:solidFill>
                  <a:srgbClr val="F58200"/>
                </a:solidFill>
              </a:defRPr>
            </a:pPr>
            <a:r>
              <a:rPr sz="3150" b="1">
                <a:solidFill>
                  <a:srgbClr val="F58200"/>
                </a:solidFill>
              </a:rPr>
              <a:t>01</a:t>
            </a:r>
          </a:p>
        </p:txBody>
      </p:sp>
      <p:sp>
        <p:nvSpPr>
          <p:cNvPr id="4" name="">
            <a:extLst xmlns:a="http://schemas.openxmlformats.org/drawingml/2006/main">
              <a:ext uri="{FF2B5EF4-FFF2-40B4-BE49-F238E27FC236}">
                <a16:creationId xmlns:a16="http://schemas.microsoft.com/office/drawing/2014/main" id="{6D78B0E3-C460-467C-8B5A-1CA7B202CACB}"/>
              </a:ext>
            </a:extLst>
          </p:cNvPr>
          <p:cNvSpPr>
            <a:spLocks xmlns:a="http://schemas.openxmlformats.org/drawingml/2006/main" noGrp="1"/>
          </p:cNvSpPr>
          <p:nvPr/>
        </p:nvSpPr>
        <p:spPr>
          <a:xfrm xmlns:a="http://schemas.openxmlformats.org/drawingml/2006/main">
            <a:off x="1466850" y="1809750"/>
            <a:ext cx="438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1414"/>
                </a:solidFill>
              </a:defRPr>
            </a:defPPr>
            <a:lvl1pPr>
              <a:defRPr sz="2175" b="0">
                <a:solidFill>
                  <a:srgbClr val="141414"/>
                </a:solidFill>
              </a:defRPr>
            </a:lvl1pPr>
            <a:lvl2pPr>
              <a:defRPr sz="2175" b="0">
                <a:solidFill>
                  <a:srgbClr val="141414"/>
                </a:solidFill>
              </a:defRPr>
            </a:lvl2pPr>
            <a:lvl3pPr>
              <a:defRPr sz="2175" b="0">
                <a:solidFill>
                  <a:srgbClr val="141414"/>
                </a:solidFill>
              </a:defRPr>
            </a:lvl3pPr>
            <a:lvl4pPr>
              <a:defRPr sz="2175" b="0">
                <a:solidFill>
                  <a:srgbClr val="141414"/>
                </a:solidFill>
              </a:defRPr>
            </a:lvl4pPr>
            <a:lvl5pPr>
              <a:defRPr sz="2175" b="0">
                <a:solidFill>
                  <a:srgbClr val="141414"/>
                </a:solidFill>
              </a:defRPr>
            </a:lvl5pPr>
            <a:lvl6pPr>
              <a:defRPr sz="2175" b="0">
                <a:solidFill>
                  <a:srgbClr val="141414"/>
                </a:solidFill>
              </a:defRPr>
            </a:lvl6pPr>
            <a:lvl7pPr>
              <a:defRPr sz="2175" b="0">
                <a:solidFill>
                  <a:srgbClr val="141414"/>
                </a:solidFill>
              </a:defRPr>
            </a:lvl7pPr>
            <a:lvl8pPr>
              <a:defRPr sz="2175" b="0">
                <a:solidFill>
                  <a:srgbClr val="141414"/>
                </a:solidFill>
              </a:defRPr>
            </a:lvl8pPr>
            <a:lvl9pPr>
              <a:defRPr sz="2175" b="0">
                <a:solidFill>
                  <a:srgbClr val="141414"/>
                </a:solidFill>
              </a:defRPr>
            </a:lvl9pPr>
          </a:lstStyle>
          <a:p xmlns:a="http://schemas.openxmlformats.org/drawingml/2006/main">
            <a:pPr>
              <a:defRPr sz="2175" b="0">
                <a:solidFill>
                  <a:srgbClr val="141414"/>
                </a:solidFill>
              </a:defRPr>
            </a:pPr>
            <a:r>
              <a:rPr sz="2175" b="0">
                <a:solidFill>
                  <a:srgbClr val="141414"/>
                </a:solidFill>
              </a:rPr>
              <a:t>Alojamiento y WordPress</a:t>
            </a:r>
          </a:p>
        </p:txBody>
      </p:sp>
      <p:sp>
        <p:nvSpPr>
          <p:cNvPr id="5" name="">
            <a:extLst xmlns:a="http://schemas.openxmlformats.org/drawingml/2006/main">
              <a:ext uri="{FF2B5EF4-FFF2-40B4-BE49-F238E27FC236}">
                <a16:creationId xmlns:a16="http://schemas.microsoft.com/office/drawing/2014/main" id="{AA0F49D1-9ECF-4315-92C0-97F6F980C1C5}"/>
              </a:ext>
            </a:extLst>
          </p:cNvPr>
          <p:cNvSpPr>
            <a:spLocks xmlns:a="http://schemas.openxmlformats.org/drawingml/2006/main" noGrp="1"/>
          </p:cNvSpPr>
          <p:nvPr/>
        </p:nvSpPr>
        <p:spPr>
          <a:xfrm xmlns:a="http://schemas.openxmlformats.org/drawingml/2006/main">
            <a:off x="609600" y="3048000"/>
            <a:ext cx="714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F58200"/>
                </a:solidFill>
              </a:defRPr>
            </a:defPPr>
            <a:lvl1pPr>
              <a:defRPr sz="3150" b="1">
                <a:solidFill>
                  <a:srgbClr val="F58200"/>
                </a:solidFill>
              </a:defRPr>
            </a:lvl1pPr>
            <a:lvl2pPr>
              <a:defRPr sz="3150" b="1">
                <a:solidFill>
                  <a:srgbClr val="F58200"/>
                </a:solidFill>
              </a:defRPr>
            </a:lvl2pPr>
            <a:lvl3pPr>
              <a:defRPr sz="3150" b="1">
                <a:solidFill>
                  <a:srgbClr val="F58200"/>
                </a:solidFill>
              </a:defRPr>
            </a:lvl3pPr>
            <a:lvl4pPr>
              <a:defRPr sz="3150" b="1">
                <a:solidFill>
                  <a:srgbClr val="F58200"/>
                </a:solidFill>
              </a:defRPr>
            </a:lvl4pPr>
            <a:lvl5pPr>
              <a:defRPr sz="3150" b="1">
                <a:solidFill>
                  <a:srgbClr val="F58200"/>
                </a:solidFill>
              </a:defRPr>
            </a:lvl5pPr>
            <a:lvl6pPr>
              <a:defRPr sz="3150" b="1">
                <a:solidFill>
                  <a:srgbClr val="F58200"/>
                </a:solidFill>
              </a:defRPr>
            </a:lvl6pPr>
            <a:lvl7pPr>
              <a:defRPr sz="3150" b="1">
                <a:solidFill>
                  <a:srgbClr val="F58200"/>
                </a:solidFill>
              </a:defRPr>
            </a:lvl7pPr>
            <a:lvl8pPr>
              <a:defRPr sz="3150" b="1">
                <a:solidFill>
                  <a:srgbClr val="F58200"/>
                </a:solidFill>
              </a:defRPr>
            </a:lvl8pPr>
            <a:lvl9pPr>
              <a:defRPr sz="3150" b="1">
                <a:solidFill>
                  <a:srgbClr val="F58200"/>
                </a:solidFill>
              </a:defRPr>
            </a:lvl9pPr>
          </a:lstStyle>
          <a:p xmlns:a="http://schemas.openxmlformats.org/drawingml/2006/main">
            <a:pPr>
              <a:defRPr sz="3150" b="1">
                <a:solidFill>
                  <a:srgbClr val="F58200"/>
                </a:solidFill>
              </a:defRPr>
            </a:pPr>
            <a:r>
              <a:rPr sz="3150" b="1">
                <a:solidFill>
                  <a:srgbClr val="F58200"/>
                </a:solidFill>
              </a:rPr>
              <a:t>02</a:t>
            </a:r>
          </a:p>
        </p:txBody>
      </p:sp>
      <p:sp>
        <p:nvSpPr>
          <p:cNvPr id="6" name="">
            <a:extLst xmlns:a="http://schemas.openxmlformats.org/drawingml/2006/main">
              <a:ext uri="{FF2B5EF4-FFF2-40B4-BE49-F238E27FC236}">
                <a16:creationId xmlns:a16="http://schemas.microsoft.com/office/drawing/2014/main" id="{183CACA4-F5D2-4245-BA86-5F59F01B70A4}"/>
              </a:ext>
            </a:extLst>
          </p:cNvPr>
          <p:cNvSpPr>
            <a:spLocks xmlns:a="http://schemas.openxmlformats.org/drawingml/2006/main" noGrp="1"/>
          </p:cNvSpPr>
          <p:nvPr/>
        </p:nvSpPr>
        <p:spPr>
          <a:xfrm xmlns:a="http://schemas.openxmlformats.org/drawingml/2006/main">
            <a:off x="1466850" y="3095625"/>
            <a:ext cx="438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1414"/>
                </a:solidFill>
              </a:defRPr>
            </a:defPPr>
            <a:lvl1pPr>
              <a:defRPr sz="2175" b="0">
                <a:solidFill>
                  <a:srgbClr val="141414"/>
                </a:solidFill>
              </a:defRPr>
            </a:lvl1pPr>
            <a:lvl2pPr>
              <a:defRPr sz="2175" b="0">
                <a:solidFill>
                  <a:srgbClr val="141414"/>
                </a:solidFill>
              </a:defRPr>
            </a:lvl2pPr>
            <a:lvl3pPr>
              <a:defRPr sz="2175" b="0">
                <a:solidFill>
                  <a:srgbClr val="141414"/>
                </a:solidFill>
              </a:defRPr>
            </a:lvl3pPr>
            <a:lvl4pPr>
              <a:defRPr sz="2175" b="0">
                <a:solidFill>
                  <a:srgbClr val="141414"/>
                </a:solidFill>
              </a:defRPr>
            </a:lvl4pPr>
            <a:lvl5pPr>
              <a:defRPr sz="2175" b="0">
                <a:solidFill>
                  <a:srgbClr val="141414"/>
                </a:solidFill>
              </a:defRPr>
            </a:lvl5pPr>
            <a:lvl6pPr>
              <a:defRPr sz="2175" b="0">
                <a:solidFill>
                  <a:srgbClr val="141414"/>
                </a:solidFill>
              </a:defRPr>
            </a:lvl6pPr>
            <a:lvl7pPr>
              <a:defRPr sz="2175" b="0">
                <a:solidFill>
                  <a:srgbClr val="141414"/>
                </a:solidFill>
              </a:defRPr>
            </a:lvl7pPr>
            <a:lvl8pPr>
              <a:defRPr sz="2175" b="0">
                <a:solidFill>
                  <a:srgbClr val="141414"/>
                </a:solidFill>
              </a:defRPr>
            </a:lvl8pPr>
            <a:lvl9pPr>
              <a:defRPr sz="2175" b="0">
                <a:solidFill>
                  <a:srgbClr val="141414"/>
                </a:solidFill>
              </a:defRPr>
            </a:lvl9pPr>
          </a:lstStyle>
          <a:p xmlns:a="http://schemas.openxmlformats.org/drawingml/2006/main">
            <a:pPr>
              <a:defRPr sz="2175" b="0">
                <a:solidFill>
                  <a:srgbClr val="141414"/>
                </a:solidFill>
              </a:defRPr>
            </a:pPr>
            <a:r>
              <a:rPr sz="2175" b="0">
                <a:solidFill>
                  <a:srgbClr val="141414"/>
                </a:solidFill>
              </a:rPr>
              <a:t>Modelo editorial y campos ACF</a:t>
            </a:r>
          </a:p>
        </p:txBody>
      </p:sp>
      <p:sp>
        <p:nvSpPr>
          <p:cNvPr id="7" name="">
            <a:extLst xmlns:a="http://schemas.openxmlformats.org/drawingml/2006/main">
              <a:ext uri="{FF2B5EF4-FFF2-40B4-BE49-F238E27FC236}">
                <a16:creationId xmlns:a16="http://schemas.microsoft.com/office/drawing/2014/main" id="{03B3A8BA-EDD6-4349-937F-08971B1B8B43}"/>
              </a:ext>
            </a:extLst>
          </p:cNvPr>
          <p:cNvSpPr>
            <a:spLocks xmlns:a="http://schemas.openxmlformats.org/drawingml/2006/main" noGrp="1"/>
          </p:cNvSpPr>
          <p:nvPr/>
        </p:nvSpPr>
        <p:spPr>
          <a:xfrm xmlns:a="http://schemas.openxmlformats.org/drawingml/2006/main">
            <a:off x="609600" y="4333875"/>
            <a:ext cx="714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F58200"/>
                </a:solidFill>
              </a:defRPr>
            </a:defPPr>
            <a:lvl1pPr>
              <a:defRPr sz="3150" b="1">
                <a:solidFill>
                  <a:srgbClr val="F58200"/>
                </a:solidFill>
              </a:defRPr>
            </a:lvl1pPr>
            <a:lvl2pPr>
              <a:defRPr sz="3150" b="1">
                <a:solidFill>
                  <a:srgbClr val="F58200"/>
                </a:solidFill>
              </a:defRPr>
            </a:lvl2pPr>
            <a:lvl3pPr>
              <a:defRPr sz="3150" b="1">
                <a:solidFill>
                  <a:srgbClr val="F58200"/>
                </a:solidFill>
              </a:defRPr>
            </a:lvl3pPr>
            <a:lvl4pPr>
              <a:defRPr sz="3150" b="1">
                <a:solidFill>
                  <a:srgbClr val="F58200"/>
                </a:solidFill>
              </a:defRPr>
            </a:lvl4pPr>
            <a:lvl5pPr>
              <a:defRPr sz="3150" b="1">
                <a:solidFill>
                  <a:srgbClr val="F58200"/>
                </a:solidFill>
              </a:defRPr>
            </a:lvl5pPr>
            <a:lvl6pPr>
              <a:defRPr sz="3150" b="1">
                <a:solidFill>
                  <a:srgbClr val="F58200"/>
                </a:solidFill>
              </a:defRPr>
            </a:lvl6pPr>
            <a:lvl7pPr>
              <a:defRPr sz="3150" b="1">
                <a:solidFill>
                  <a:srgbClr val="F58200"/>
                </a:solidFill>
              </a:defRPr>
            </a:lvl7pPr>
            <a:lvl8pPr>
              <a:defRPr sz="3150" b="1">
                <a:solidFill>
                  <a:srgbClr val="F58200"/>
                </a:solidFill>
              </a:defRPr>
            </a:lvl8pPr>
            <a:lvl9pPr>
              <a:defRPr sz="3150" b="1">
                <a:solidFill>
                  <a:srgbClr val="F58200"/>
                </a:solidFill>
              </a:defRPr>
            </a:lvl9pPr>
          </a:lstStyle>
          <a:p xmlns:a="http://schemas.openxmlformats.org/drawingml/2006/main">
            <a:pPr>
              <a:defRPr sz="3150" b="1">
                <a:solidFill>
                  <a:srgbClr val="F58200"/>
                </a:solidFill>
              </a:defRPr>
            </a:pPr>
            <a:r>
              <a:rPr sz="3150" b="1">
                <a:solidFill>
                  <a:srgbClr val="F58200"/>
                </a:solidFill>
              </a:rPr>
              <a:t>03</a:t>
            </a:r>
          </a:p>
        </p:txBody>
      </p:sp>
      <p:sp>
        <p:nvSpPr>
          <p:cNvPr id="8" name="">
            <a:extLst xmlns:a="http://schemas.openxmlformats.org/drawingml/2006/main">
              <a:ext uri="{FF2B5EF4-FFF2-40B4-BE49-F238E27FC236}">
                <a16:creationId xmlns:a16="http://schemas.microsoft.com/office/drawing/2014/main" id="{4703BEAE-0411-4BE9-8B8B-882543CA9044}"/>
              </a:ext>
            </a:extLst>
          </p:cNvPr>
          <p:cNvSpPr>
            <a:spLocks xmlns:a="http://schemas.openxmlformats.org/drawingml/2006/main" noGrp="1"/>
          </p:cNvSpPr>
          <p:nvPr/>
        </p:nvSpPr>
        <p:spPr>
          <a:xfrm xmlns:a="http://schemas.openxmlformats.org/drawingml/2006/main">
            <a:off x="1466850" y="4381500"/>
            <a:ext cx="438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1414"/>
                </a:solidFill>
              </a:defRPr>
            </a:defPPr>
            <a:lvl1pPr>
              <a:defRPr sz="2175" b="0">
                <a:solidFill>
                  <a:srgbClr val="141414"/>
                </a:solidFill>
              </a:defRPr>
            </a:lvl1pPr>
            <a:lvl2pPr>
              <a:defRPr sz="2175" b="0">
                <a:solidFill>
                  <a:srgbClr val="141414"/>
                </a:solidFill>
              </a:defRPr>
            </a:lvl2pPr>
            <a:lvl3pPr>
              <a:defRPr sz="2175" b="0">
                <a:solidFill>
                  <a:srgbClr val="141414"/>
                </a:solidFill>
              </a:defRPr>
            </a:lvl3pPr>
            <a:lvl4pPr>
              <a:defRPr sz="2175" b="0">
                <a:solidFill>
                  <a:srgbClr val="141414"/>
                </a:solidFill>
              </a:defRPr>
            </a:lvl4pPr>
            <a:lvl5pPr>
              <a:defRPr sz="2175" b="0">
                <a:solidFill>
                  <a:srgbClr val="141414"/>
                </a:solidFill>
              </a:defRPr>
            </a:lvl5pPr>
            <a:lvl6pPr>
              <a:defRPr sz="2175" b="0">
                <a:solidFill>
                  <a:srgbClr val="141414"/>
                </a:solidFill>
              </a:defRPr>
            </a:lvl6pPr>
            <a:lvl7pPr>
              <a:defRPr sz="2175" b="0">
                <a:solidFill>
                  <a:srgbClr val="141414"/>
                </a:solidFill>
              </a:defRPr>
            </a:lvl7pPr>
            <a:lvl8pPr>
              <a:defRPr sz="2175" b="0">
                <a:solidFill>
                  <a:srgbClr val="141414"/>
                </a:solidFill>
              </a:defRPr>
            </a:lvl8pPr>
            <a:lvl9pPr>
              <a:defRPr sz="2175" b="0">
                <a:solidFill>
                  <a:srgbClr val="141414"/>
                </a:solidFill>
              </a:defRPr>
            </a:lvl9pPr>
          </a:lstStyle>
          <a:p xmlns:a="http://schemas.openxmlformats.org/drawingml/2006/main">
            <a:pPr>
              <a:defRPr sz="2175" b="0">
                <a:solidFill>
                  <a:srgbClr val="141414"/>
                </a:solidFill>
              </a:defRPr>
            </a:pPr>
            <a:r>
              <a:rPr sz="2175" b="0">
                <a:solidFill>
                  <a:srgbClr val="141414"/>
                </a:solidFill>
              </a:rPr>
              <a:t>Tema y componentes React</a:t>
            </a:r>
          </a:p>
        </p:txBody>
      </p:sp>
      <p:sp>
        <p:nvSpPr>
          <p:cNvPr id="9" name="">
            <a:extLst xmlns:a="http://schemas.openxmlformats.org/drawingml/2006/main">
              <a:ext uri="{FF2B5EF4-FFF2-40B4-BE49-F238E27FC236}">
                <a16:creationId xmlns:a16="http://schemas.microsoft.com/office/drawing/2014/main" id="{52E36FB1-E52A-4758-AB92-E5B72B74A7E2}"/>
              </a:ext>
            </a:extLst>
          </p:cNvPr>
          <p:cNvSpPr>
            <a:spLocks xmlns:a="http://schemas.openxmlformats.org/drawingml/2006/main" noGrp="1"/>
          </p:cNvSpPr>
          <p:nvPr/>
        </p:nvSpPr>
        <p:spPr>
          <a:xfrm xmlns:a="http://schemas.openxmlformats.org/drawingml/2006/main">
            <a:off x="6286500" y="1762125"/>
            <a:ext cx="714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F58200"/>
                </a:solidFill>
              </a:defRPr>
            </a:defPPr>
            <a:lvl1pPr>
              <a:defRPr sz="3150" b="1">
                <a:solidFill>
                  <a:srgbClr val="F58200"/>
                </a:solidFill>
              </a:defRPr>
            </a:lvl1pPr>
            <a:lvl2pPr>
              <a:defRPr sz="3150" b="1">
                <a:solidFill>
                  <a:srgbClr val="F58200"/>
                </a:solidFill>
              </a:defRPr>
            </a:lvl2pPr>
            <a:lvl3pPr>
              <a:defRPr sz="3150" b="1">
                <a:solidFill>
                  <a:srgbClr val="F58200"/>
                </a:solidFill>
              </a:defRPr>
            </a:lvl3pPr>
            <a:lvl4pPr>
              <a:defRPr sz="3150" b="1">
                <a:solidFill>
                  <a:srgbClr val="F58200"/>
                </a:solidFill>
              </a:defRPr>
            </a:lvl4pPr>
            <a:lvl5pPr>
              <a:defRPr sz="3150" b="1">
                <a:solidFill>
                  <a:srgbClr val="F58200"/>
                </a:solidFill>
              </a:defRPr>
            </a:lvl5pPr>
            <a:lvl6pPr>
              <a:defRPr sz="3150" b="1">
                <a:solidFill>
                  <a:srgbClr val="F58200"/>
                </a:solidFill>
              </a:defRPr>
            </a:lvl6pPr>
            <a:lvl7pPr>
              <a:defRPr sz="3150" b="1">
                <a:solidFill>
                  <a:srgbClr val="F58200"/>
                </a:solidFill>
              </a:defRPr>
            </a:lvl7pPr>
            <a:lvl8pPr>
              <a:defRPr sz="3150" b="1">
                <a:solidFill>
                  <a:srgbClr val="F58200"/>
                </a:solidFill>
              </a:defRPr>
            </a:lvl8pPr>
            <a:lvl9pPr>
              <a:defRPr sz="3150" b="1">
                <a:solidFill>
                  <a:srgbClr val="F58200"/>
                </a:solidFill>
              </a:defRPr>
            </a:lvl9pPr>
          </a:lstStyle>
          <a:p xmlns:a="http://schemas.openxmlformats.org/drawingml/2006/main">
            <a:pPr>
              <a:defRPr sz="3150" b="1">
                <a:solidFill>
                  <a:srgbClr val="F58200"/>
                </a:solidFill>
              </a:defRPr>
            </a:pPr>
            <a:r>
              <a:rPr sz="3150" b="1">
                <a:solidFill>
                  <a:srgbClr val="F58200"/>
                </a:solidFill>
              </a:rPr>
              <a:t>04</a:t>
            </a:r>
          </a:p>
        </p:txBody>
      </p:sp>
      <p:sp>
        <p:nvSpPr>
          <p:cNvPr id="10" name="">
            <a:extLst xmlns:a="http://schemas.openxmlformats.org/drawingml/2006/main">
              <a:ext uri="{FF2B5EF4-FFF2-40B4-BE49-F238E27FC236}">
                <a16:creationId xmlns:a16="http://schemas.microsoft.com/office/drawing/2014/main" id="{A26B8B14-D677-4F03-AA43-2E8A9190F859}"/>
              </a:ext>
            </a:extLst>
          </p:cNvPr>
          <p:cNvSpPr>
            <a:spLocks xmlns:a="http://schemas.openxmlformats.org/drawingml/2006/main" noGrp="1"/>
          </p:cNvSpPr>
          <p:nvPr/>
        </p:nvSpPr>
        <p:spPr>
          <a:xfrm xmlns:a="http://schemas.openxmlformats.org/drawingml/2006/main">
            <a:off x="7143750" y="1809750"/>
            <a:ext cx="438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1414"/>
                </a:solidFill>
              </a:defRPr>
            </a:defPPr>
            <a:lvl1pPr>
              <a:defRPr sz="2175" b="0">
                <a:solidFill>
                  <a:srgbClr val="141414"/>
                </a:solidFill>
              </a:defRPr>
            </a:lvl1pPr>
            <a:lvl2pPr>
              <a:defRPr sz="2175" b="0">
                <a:solidFill>
                  <a:srgbClr val="141414"/>
                </a:solidFill>
              </a:defRPr>
            </a:lvl2pPr>
            <a:lvl3pPr>
              <a:defRPr sz="2175" b="0">
                <a:solidFill>
                  <a:srgbClr val="141414"/>
                </a:solidFill>
              </a:defRPr>
            </a:lvl3pPr>
            <a:lvl4pPr>
              <a:defRPr sz="2175" b="0">
                <a:solidFill>
                  <a:srgbClr val="141414"/>
                </a:solidFill>
              </a:defRPr>
            </a:lvl4pPr>
            <a:lvl5pPr>
              <a:defRPr sz="2175" b="0">
                <a:solidFill>
                  <a:srgbClr val="141414"/>
                </a:solidFill>
              </a:defRPr>
            </a:lvl5pPr>
            <a:lvl6pPr>
              <a:defRPr sz="2175" b="0">
                <a:solidFill>
                  <a:srgbClr val="141414"/>
                </a:solidFill>
              </a:defRPr>
            </a:lvl6pPr>
            <a:lvl7pPr>
              <a:defRPr sz="2175" b="0">
                <a:solidFill>
                  <a:srgbClr val="141414"/>
                </a:solidFill>
              </a:defRPr>
            </a:lvl7pPr>
            <a:lvl8pPr>
              <a:defRPr sz="2175" b="0">
                <a:solidFill>
                  <a:srgbClr val="141414"/>
                </a:solidFill>
              </a:defRPr>
            </a:lvl8pPr>
            <a:lvl9pPr>
              <a:defRPr sz="2175" b="0">
                <a:solidFill>
                  <a:srgbClr val="141414"/>
                </a:solidFill>
              </a:defRPr>
            </a:lvl9pPr>
          </a:lstStyle>
          <a:p xmlns:a="http://schemas.openxmlformats.org/drawingml/2006/main">
            <a:pPr>
              <a:defRPr sz="2175" b="0">
                <a:solidFill>
                  <a:srgbClr val="141414"/>
                </a:solidFill>
              </a:defRPr>
            </a:pPr>
            <a:r>
              <a:rPr sz="2175" b="0">
                <a:solidFill>
                  <a:srgbClr val="141414"/>
                </a:solidFill>
              </a:rPr>
              <a:t>Maquetación y responsive</a:t>
            </a:r>
          </a:p>
        </p:txBody>
      </p:sp>
      <p:sp>
        <p:nvSpPr>
          <p:cNvPr id="11" name="">
            <a:extLst xmlns:a="http://schemas.openxmlformats.org/drawingml/2006/main">
              <a:ext uri="{FF2B5EF4-FFF2-40B4-BE49-F238E27FC236}">
                <a16:creationId xmlns:a16="http://schemas.microsoft.com/office/drawing/2014/main" id="{AD48CFFD-DD03-4BDB-BEE0-72C17B5D0C95}"/>
              </a:ext>
            </a:extLst>
          </p:cNvPr>
          <p:cNvSpPr>
            <a:spLocks xmlns:a="http://schemas.openxmlformats.org/drawingml/2006/main" noGrp="1"/>
          </p:cNvSpPr>
          <p:nvPr/>
        </p:nvSpPr>
        <p:spPr>
          <a:xfrm xmlns:a="http://schemas.openxmlformats.org/drawingml/2006/main">
            <a:off x="6286500" y="3048000"/>
            <a:ext cx="714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F58200"/>
                </a:solidFill>
              </a:defRPr>
            </a:defPPr>
            <a:lvl1pPr>
              <a:defRPr sz="3150" b="1">
                <a:solidFill>
                  <a:srgbClr val="F58200"/>
                </a:solidFill>
              </a:defRPr>
            </a:lvl1pPr>
            <a:lvl2pPr>
              <a:defRPr sz="3150" b="1">
                <a:solidFill>
                  <a:srgbClr val="F58200"/>
                </a:solidFill>
              </a:defRPr>
            </a:lvl2pPr>
            <a:lvl3pPr>
              <a:defRPr sz="3150" b="1">
                <a:solidFill>
                  <a:srgbClr val="F58200"/>
                </a:solidFill>
              </a:defRPr>
            </a:lvl3pPr>
            <a:lvl4pPr>
              <a:defRPr sz="3150" b="1">
                <a:solidFill>
                  <a:srgbClr val="F58200"/>
                </a:solidFill>
              </a:defRPr>
            </a:lvl4pPr>
            <a:lvl5pPr>
              <a:defRPr sz="3150" b="1">
                <a:solidFill>
                  <a:srgbClr val="F58200"/>
                </a:solidFill>
              </a:defRPr>
            </a:lvl5pPr>
            <a:lvl6pPr>
              <a:defRPr sz="3150" b="1">
                <a:solidFill>
                  <a:srgbClr val="F58200"/>
                </a:solidFill>
              </a:defRPr>
            </a:lvl6pPr>
            <a:lvl7pPr>
              <a:defRPr sz="3150" b="1">
                <a:solidFill>
                  <a:srgbClr val="F58200"/>
                </a:solidFill>
              </a:defRPr>
            </a:lvl7pPr>
            <a:lvl8pPr>
              <a:defRPr sz="3150" b="1">
                <a:solidFill>
                  <a:srgbClr val="F58200"/>
                </a:solidFill>
              </a:defRPr>
            </a:lvl8pPr>
            <a:lvl9pPr>
              <a:defRPr sz="3150" b="1">
                <a:solidFill>
                  <a:srgbClr val="F58200"/>
                </a:solidFill>
              </a:defRPr>
            </a:lvl9pPr>
          </a:lstStyle>
          <a:p xmlns:a="http://schemas.openxmlformats.org/drawingml/2006/main">
            <a:pPr>
              <a:defRPr sz="3150" b="1">
                <a:solidFill>
                  <a:srgbClr val="F58200"/>
                </a:solidFill>
              </a:defRPr>
            </a:pPr>
            <a:r>
              <a:rPr sz="3150" b="1">
                <a:solidFill>
                  <a:srgbClr val="F58200"/>
                </a:solidFill>
              </a:rPr>
              <a:t>05</a:t>
            </a:r>
          </a:p>
        </p:txBody>
      </p:sp>
      <p:sp>
        <p:nvSpPr>
          <p:cNvPr id="12" name="">
            <a:extLst xmlns:a="http://schemas.openxmlformats.org/drawingml/2006/main">
              <a:ext uri="{FF2B5EF4-FFF2-40B4-BE49-F238E27FC236}">
                <a16:creationId xmlns:a16="http://schemas.microsoft.com/office/drawing/2014/main" id="{00F22347-C4EC-4C18-8DCD-33C0494DF37C}"/>
              </a:ext>
            </a:extLst>
          </p:cNvPr>
          <p:cNvSpPr>
            <a:spLocks xmlns:a="http://schemas.openxmlformats.org/drawingml/2006/main" noGrp="1"/>
          </p:cNvSpPr>
          <p:nvPr/>
        </p:nvSpPr>
        <p:spPr>
          <a:xfrm xmlns:a="http://schemas.openxmlformats.org/drawingml/2006/main">
            <a:off x="7143750" y="3095625"/>
            <a:ext cx="438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1414"/>
                </a:solidFill>
              </a:defRPr>
            </a:defPPr>
            <a:lvl1pPr>
              <a:defRPr sz="2175" b="0">
                <a:solidFill>
                  <a:srgbClr val="141414"/>
                </a:solidFill>
              </a:defRPr>
            </a:lvl1pPr>
            <a:lvl2pPr>
              <a:defRPr sz="2175" b="0">
                <a:solidFill>
                  <a:srgbClr val="141414"/>
                </a:solidFill>
              </a:defRPr>
            </a:lvl2pPr>
            <a:lvl3pPr>
              <a:defRPr sz="2175" b="0">
                <a:solidFill>
                  <a:srgbClr val="141414"/>
                </a:solidFill>
              </a:defRPr>
            </a:lvl3pPr>
            <a:lvl4pPr>
              <a:defRPr sz="2175" b="0">
                <a:solidFill>
                  <a:srgbClr val="141414"/>
                </a:solidFill>
              </a:defRPr>
            </a:lvl4pPr>
            <a:lvl5pPr>
              <a:defRPr sz="2175" b="0">
                <a:solidFill>
                  <a:srgbClr val="141414"/>
                </a:solidFill>
              </a:defRPr>
            </a:lvl5pPr>
            <a:lvl6pPr>
              <a:defRPr sz="2175" b="0">
                <a:solidFill>
                  <a:srgbClr val="141414"/>
                </a:solidFill>
              </a:defRPr>
            </a:lvl6pPr>
            <a:lvl7pPr>
              <a:defRPr sz="2175" b="0">
                <a:solidFill>
                  <a:srgbClr val="141414"/>
                </a:solidFill>
              </a:defRPr>
            </a:lvl7pPr>
            <a:lvl8pPr>
              <a:defRPr sz="2175" b="0">
                <a:solidFill>
                  <a:srgbClr val="141414"/>
                </a:solidFill>
              </a:defRPr>
            </a:lvl8pPr>
            <a:lvl9pPr>
              <a:defRPr sz="2175" b="0">
                <a:solidFill>
                  <a:srgbClr val="141414"/>
                </a:solidFill>
              </a:defRPr>
            </a:lvl9pPr>
          </a:lstStyle>
          <a:p xmlns:a="http://schemas.openxmlformats.org/drawingml/2006/main">
            <a:pPr>
              <a:defRPr sz="2175" b="0">
                <a:solidFill>
                  <a:srgbClr val="141414"/>
                </a:solidFill>
              </a:defRPr>
            </a:pPr>
            <a:r>
              <a:rPr sz="2175" b="0">
                <a:solidFill>
                  <a:srgbClr val="141414"/>
                </a:solidFill>
              </a:rPr>
              <a:t>Animaciones e integraciones</a:t>
            </a:r>
          </a:p>
        </p:txBody>
      </p:sp>
      <p:sp>
        <p:nvSpPr>
          <p:cNvPr id="13" name="">
            <a:extLst xmlns:a="http://schemas.openxmlformats.org/drawingml/2006/main">
              <a:ext uri="{FF2B5EF4-FFF2-40B4-BE49-F238E27FC236}">
                <a16:creationId xmlns:a16="http://schemas.microsoft.com/office/drawing/2014/main" id="{565B015A-FC62-471B-A598-6595F377A4D6}"/>
              </a:ext>
            </a:extLst>
          </p:cNvPr>
          <p:cNvSpPr>
            <a:spLocks xmlns:a="http://schemas.openxmlformats.org/drawingml/2006/main" noGrp="1"/>
          </p:cNvSpPr>
          <p:nvPr/>
        </p:nvSpPr>
        <p:spPr>
          <a:xfrm xmlns:a="http://schemas.openxmlformats.org/drawingml/2006/main">
            <a:off x="6286500" y="4333875"/>
            <a:ext cx="714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F58200"/>
                </a:solidFill>
              </a:defRPr>
            </a:defPPr>
            <a:lvl1pPr>
              <a:defRPr sz="3150" b="1">
                <a:solidFill>
                  <a:srgbClr val="F58200"/>
                </a:solidFill>
              </a:defRPr>
            </a:lvl1pPr>
            <a:lvl2pPr>
              <a:defRPr sz="3150" b="1">
                <a:solidFill>
                  <a:srgbClr val="F58200"/>
                </a:solidFill>
              </a:defRPr>
            </a:lvl2pPr>
            <a:lvl3pPr>
              <a:defRPr sz="3150" b="1">
                <a:solidFill>
                  <a:srgbClr val="F58200"/>
                </a:solidFill>
              </a:defRPr>
            </a:lvl3pPr>
            <a:lvl4pPr>
              <a:defRPr sz="3150" b="1">
                <a:solidFill>
                  <a:srgbClr val="F58200"/>
                </a:solidFill>
              </a:defRPr>
            </a:lvl4pPr>
            <a:lvl5pPr>
              <a:defRPr sz="3150" b="1">
                <a:solidFill>
                  <a:srgbClr val="F58200"/>
                </a:solidFill>
              </a:defRPr>
            </a:lvl5pPr>
            <a:lvl6pPr>
              <a:defRPr sz="3150" b="1">
                <a:solidFill>
                  <a:srgbClr val="F58200"/>
                </a:solidFill>
              </a:defRPr>
            </a:lvl6pPr>
            <a:lvl7pPr>
              <a:defRPr sz="3150" b="1">
                <a:solidFill>
                  <a:srgbClr val="F58200"/>
                </a:solidFill>
              </a:defRPr>
            </a:lvl7pPr>
            <a:lvl8pPr>
              <a:defRPr sz="3150" b="1">
                <a:solidFill>
                  <a:srgbClr val="F58200"/>
                </a:solidFill>
              </a:defRPr>
            </a:lvl8pPr>
            <a:lvl9pPr>
              <a:defRPr sz="3150" b="1">
                <a:solidFill>
                  <a:srgbClr val="F58200"/>
                </a:solidFill>
              </a:defRPr>
            </a:lvl9pPr>
          </a:lstStyle>
          <a:p xmlns:a="http://schemas.openxmlformats.org/drawingml/2006/main">
            <a:pPr>
              <a:defRPr sz="3150" b="1">
                <a:solidFill>
                  <a:srgbClr val="F58200"/>
                </a:solidFill>
              </a:defRPr>
            </a:pPr>
            <a:r>
              <a:rPr sz="3150" b="1">
                <a:solidFill>
                  <a:srgbClr val="F58200"/>
                </a:solidFill>
              </a:rPr>
              <a:t>06</a:t>
            </a:r>
          </a:p>
        </p:txBody>
      </p:sp>
      <p:sp>
        <p:nvSpPr>
          <p:cNvPr id="14" name="">
            <a:extLst xmlns:a="http://schemas.openxmlformats.org/drawingml/2006/main">
              <a:ext uri="{FF2B5EF4-FFF2-40B4-BE49-F238E27FC236}">
                <a16:creationId xmlns:a16="http://schemas.microsoft.com/office/drawing/2014/main" id="{6EF212CB-0435-4169-83A1-AC113213574F}"/>
              </a:ext>
            </a:extLst>
          </p:cNvPr>
          <p:cNvSpPr>
            <a:spLocks xmlns:a="http://schemas.openxmlformats.org/drawingml/2006/main" noGrp="1"/>
          </p:cNvSpPr>
          <p:nvPr/>
        </p:nvSpPr>
        <p:spPr>
          <a:xfrm xmlns:a="http://schemas.openxmlformats.org/drawingml/2006/main">
            <a:off x="7143750" y="4381500"/>
            <a:ext cx="438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1414"/>
                </a:solidFill>
              </a:defRPr>
            </a:defPPr>
            <a:lvl1pPr>
              <a:defRPr sz="2175" b="0">
                <a:solidFill>
                  <a:srgbClr val="141414"/>
                </a:solidFill>
              </a:defRPr>
            </a:lvl1pPr>
            <a:lvl2pPr>
              <a:defRPr sz="2175" b="0">
                <a:solidFill>
                  <a:srgbClr val="141414"/>
                </a:solidFill>
              </a:defRPr>
            </a:lvl2pPr>
            <a:lvl3pPr>
              <a:defRPr sz="2175" b="0">
                <a:solidFill>
                  <a:srgbClr val="141414"/>
                </a:solidFill>
              </a:defRPr>
            </a:lvl3pPr>
            <a:lvl4pPr>
              <a:defRPr sz="2175" b="0">
                <a:solidFill>
                  <a:srgbClr val="141414"/>
                </a:solidFill>
              </a:defRPr>
            </a:lvl4pPr>
            <a:lvl5pPr>
              <a:defRPr sz="2175" b="0">
                <a:solidFill>
                  <a:srgbClr val="141414"/>
                </a:solidFill>
              </a:defRPr>
            </a:lvl5pPr>
            <a:lvl6pPr>
              <a:defRPr sz="2175" b="0">
                <a:solidFill>
                  <a:srgbClr val="141414"/>
                </a:solidFill>
              </a:defRPr>
            </a:lvl6pPr>
            <a:lvl7pPr>
              <a:defRPr sz="2175" b="0">
                <a:solidFill>
                  <a:srgbClr val="141414"/>
                </a:solidFill>
              </a:defRPr>
            </a:lvl7pPr>
            <a:lvl8pPr>
              <a:defRPr sz="2175" b="0">
                <a:solidFill>
                  <a:srgbClr val="141414"/>
                </a:solidFill>
              </a:defRPr>
            </a:lvl8pPr>
            <a:lvl9pPr>
              <a:defRPr sz="2175" b="0">
                <a:solidFill>
                  <a:srgbClr val="141414"/>
                </a:solidFill>
              </a:defRPr>
            </a:lvl9pPr>
          </a:lstStyle>
          <a:p xmlns:a="http://schemas.openxmlformats.org/drawingml/2006/main">
            <a:pPr>
              <a:defRPr sz="2175" b="0">
                <a:solidFill>
                  <a:srgbClr val="141414"/>
                </a:solidFill>
              </a:defRPr>
            </a:pPr>
            <a:r>
              <a:rPr sz="2175" b="0">
                <a:solidFill>
                  <a:srgbClr val="141414"/>
                </a:solidFill>
              </a:rPr>
              <a:t>Entrega y revisión en servidor</a:t>
            </a:r>
          </a:p>
        </p:txBody>
      </p:sp>
    </p:spTree>
    <p:extLst>
      <p:ext uri="{BB962C8B-B14F-4D97-AF65-F5344CB8AC3E}">
        <p14:creationId xmlns:p14="http://schemas.microsoft.com/office/powerpoint/2010/main" val="30932059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0B0D387-39E3-43B8-9B1A-BD2A8D095BE1}"/>
              </a:ext>
            </a:extLst>
          </p:cNvPr>
          <p:cNvSpPr>
            <a:spLocks xmlns:a="http://schemas.openxmlformats.org/drawingml/2006/main" noGrp="1"/>
          </p:cNvSpPr>
          <p:nvPr/>
        </p:nvSpPr>
        <p:spPr>
          <a:xfrm xmlns:a="http://schemas.openxmlformats.org/drawingml/2006/main">
            <a:off x="609600" y="4572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1414"/>
                </a:solidFill>
              </a:defRPr>
            </a:defPPr>
            <a:lvl1pPr>
              <a:defRPr sz="3300" b="1">
                <a:solidFill>
                  <a:srgbClr val="141414"/>
                </a:solidFill>
              </a:defRPr>
            </a:lvl1pPr>
            <a:lvl2pPr>
              <a:defRPr sz="3300" b="1">
                <a:solidFill>
                  <a:srgbClr val="141414"/>
                </a:solidFill>
              </a:defRPr>
            </a:lvl2pPr>
            <a:lvl3pPr>
              <a:defRPr sz="3300" b="1">
                <a:solidFill>
                  <a:srgbClr val="141414"/>
                </a:solidFill>
              </a:defRPr>
            </a:lvl3pPr>
            <a:lvl4pPr>
              <a:defRPr sz="3300" b="1">
                <a:solidFill>
                  <a:srgbClr val="141414"/>
                </a:solidFill>
              </a:defRPr>
            </a:lvl4pPr>
            <a:lvl5pPr>
              <a:defRPr sz="3300" b="1">
                <a:solidFill>
                  <a:srgbClr val="141414"/>
                </a:solidFill>
              </a:defRPr>
            </a:lvl5pPr>
            <a:lvl6pPr>
              <a:defRPr sz="3300" b="1">
                <a:solidFill>
                  <a:srgbClr val="141414"/>
                </a:solidFill>
              </a:defRPr>
            </a:lvl6pPr>
            <a:lvl7pPr>
              <a:defRPr sz="3300" b="1">
                <a:solidFill>
                  <a:srgbClr val="141414"/>
                </a:solidFill>
              </a:defRPr>
            </a:lvl7pPr>
            <a:lvl8pPr>
              <a:defRPr sz="3300" b="1">
                <a:solidFill>
                  <a:srgbClr val="141414"/>
                </a:solidFill>
              </a:defRPr>
            </a:lvl8pPr>
            <a:lvl9pPr>
              <a:defRPr sz="3300" b="1">
                <a:solidFill>
                  <a:srgbClr val="141414"/>
                </a:solidFill>
              </a:defRPr>
            </a:lvl9pPr>
          </a:lstStyle>
          <a:p xmlns:a="http://schemas.openxmlformats.org/drawingml/2006/main">
            <a:pPr>
              <a:defRPr sz="3300" b="1">
                <a:solidFill>
                  <a:srgbClr val="141414"/>
                </a:solidFill>
              </a:defRPr>
            </a:pPr>
            <a:r>
              <a:rPr sz="3300" b="1">
                <a:solidFill>
                  <a:srgbClr val="141414"/>
                </a:solidFill>
              </a:rPr>
              <a:t>Diseño propio, contenido mantenible</a:t>
            </a:r>
          </a:p>
        </p:txBody>
      </p:sp>
      <p:sp>
        <p:nvSpPr>
          <p:cNvPr id="2" name="">
            <a:extLst xmlns:a="http://schemas.openxmlformats.org/drawingml/2006/main">
              <a:ext uri="{FF2B5EF4-FFF2-40B4-BE49-F238E27FC236}">
                <a16:creationId xmlns:a16="http://schemas.microsoft.com/office/drawing/2014/main" id="{C5E8D474-C73D-4CFE-BA07-9A7001E3CA1C}"/>
              </a:ext>
            </a:extLst>
          </p:cNvPr>
          <p:cNvSpPr>
            <a:spLocks xmlns:a="http://schemas.openxmlformats.org/drawingml/2006/main" noGrp="1"/>
          </p:cNvSpPr>
          <p:nvPr/>
        </p:nvSpPr>
        <p:spPr>
          <a:xfrm xmlns:a="http://schemas.openxmlformats.org/drawingml/2006/main">
            <a:off x="11049000" y="62674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55555"/>
                </a:solidFill>
              </a:defRPr>
            </a:defPPr>
            <a:lvl1pPr>
              <a:defRPr sz="1275" b="0">
                <a:solidFill>
                  <a:srgbClr val="555555"/>
                </a:solidFill>
              </a:defRPr>
            </a:lvl1pPr>
            <a:lvl2pPr>
              <a:defRPr sz="1275" b="0">
                <a:solidFill>
                  <a:srgbClr val="555555"/>
                </a:solidFill>
              </a:defRPr>
            </a:lvl2pPr>
            <a:lvl3pPr>
              <a:defRPr sz="1275" b="0">
                <a:solidFill>
                  <a:srgbClr val="555555"/>
                </a:solidFill>
              </a:defRPr>
            </a:lvl3pPr>
            <a:lvl4pPr>
              <a:defRPr sz="1275" b="0">
                <a:solidFill>
                  <a:srgbClr val="555555"/>
                </a:solidFill>
              </a:defRPr>
            </a:lvl4pPr>
            <a:lvl5pPr>
              <a:defRPr sz="1275" b="0">
                <a:solidFill>
                  <a:srgbClr val="555555"/>
                </a:solidFill>
              </a:defRPr>
            </a:lvl5pPr>
            <a:lvl6pPr>
              <a:defRPr sz="1275" b="0">
                <a:solidFill>
                  <a:srgbClr val="555555"/>
                </a:solidFill>
              </a:defRPr>
            </a:lvl6pPr>
            <a:lvl7pPr>
              <a:defRPr sz="1275" b="0">
                <a:solidFill>
                  <a:srgbClr val="555555"/>
                </a:solidFill>
              </a:defRPr>
            </a:lvl7pPr>
            <a:lvl8pPr>
              <a:defRPr sz="1275" b="0">
                <a:solidFill>
                  <a:srgbClr val="555555"/>
                </a:solidFill>
              </a:defRPr>
            </a:lvl8pPr>
            <a:lvl9pPr>
              <a:defRPr sz="1275" b="0">
                <a:solidFill>
                  <a:srgbClr val="555555"/>
                </a:solidFill>
              </a:defRPr>
            </a:lvl9pPr>
          </a:lstStyle>
          <a:p xmlns:a="http://schemas.openxmlformats.org/drawingml/2006/main">
            <a:pPr>
              <a:defRPr sz="1275" b="0">
                <a:solidFill>
                  <a:srgbClr val="555555"/>
                </a:solidFill>
              </a:defRPr>
            </a:pPr>
            <a:r>
              <a:rPr sz="1275" b="0">
                <a:solidFill>
                  <a:srgbClr val="555555"/>
                </a:solidFill>
              </a:rPr>
              <a:t>05</a:t>
            </a:r>
          </a:p>
        </p:txBody>
      </p:sp>
      <p:graphicFrame>
        <p:nvGraphicFramePr>
          <p:cNvPr id="3" name="">
            <a:extLst xmlns:a="http://schemas.openxmlformats.org/drawingml/2006/main">
              <a:ext uri="{FF2B5EF4-FFF2-40B4-BE49-F238E27FC236}">
                <a16:creationId xmlns:a16="http://schemas.microsoft.com/office/drawing/2014/main" id="{97E62932-3BA5-462F-8126-07217C4B5961}"/>
              </a:ext>
            </a:extLst>
          </p:cNvPr>
          <p:cNvGraphicFramePr/>
          <p:nvPr/>
        </p:nvGraphicFramePr>
        <p:xfrm>
          <a:off xmlns:a="http://schemas.openxmlformats.org/drawingml/2006/main" x="609600" y="1809750"/>
          <a:ext xmlns:a="http://schemas.openxmlformats.org/drawingml/2006/main" cx="10972800" cy="3048000"/>
        </p:xfrm>
        <a:graphic xmlns:a="http://schemas.openxmlformats.org/drawingml/2006/main">
          <a:graphicData uri="http://schemas.openxmlformats.org/drawingml/2006/table">
            <a:tbl>
              <a:tblPr/>
              <a:tblGrid>
                <a:gridCol w="5486400"/>
                <a:gridCol w="5486400"/>
              </a:tblGrid>
              <a:tr h="762000">
                <a:tc>
                  <a:txBody>
                    <a:bodyPr/>
                    <a:lstStyle/>
                    <a:p>
                      <a:r>
                        <a:rPr sz="2025" b="1">
                          <a:solidFill>
                            <a:srgbClr val="FFFFFF"/>
                          </a:solidFill>
                        </a:rPr>
                        <a:t>Se mantiene en WordPress</a:t>
                      </a:r>
                    </a:p>
                  </a:txBody>
                  <a:tcPr marL="91440" marR="91440" marT="45720" marB="45720">
                    <a:solidFill>
                      <a:srgbClr val="141414"/>
                    </a:solidFill>
                  </a:tcPr>
                </a:tc>
                <a:tc>
                  <a:txBody>
                    <a:bodyPr/>
                    <a:lstStyle/>
                    <a:p>
                      <a:r>
                        <a:rPr sz="2025" b="1">
                          <a:solidFill>
                            <a:srgbClr val="FFFFFF"/>
                          </a:solidFill>
                        </a:rPr>
                        <a:t>Se modifica en código</a:t>
                      </a:r>
                    </a:p>
                  </a:txBody>
                  <a:tcPr marL="91440" marR="91440" marT="45720" marB="45720">
                    <a:solidFill>
                      <a:srgbClr val="141414"/>
                    </a:solidFill>
                  </a:tcPr>
                </a:tc>
              </a:tr>
              <a:tr h="762000">
                <a:tc>
                  <a:txBody>
                    <a:bodyPr/>
                    <a:lstStyle/>
                    <a:p>
                      <a:r>
                        <a:rPr sz="2025" b="0">
                          <a:solidFill>
                            <a:srgbClr val="141414"/>
                          </a:solidFill>
                        </a:rPr>
                        <a:t>Entradas y categorías del blog</a:t>
                      </a:r>
                    </a:p>
                  </a:txBody>
                  <a:tcPr marL="91440" marR="91440" marT="45720" marB="45720">
                    <a:solidFill>
                      <a:srgbClr val="F4F4F4"/>
                    </a:solidFill>
                  </a:tcPr>
                </a:tc>
                <a:tc>
                  <a:txBody>
                    <a:bodyPr/>
                    <a:lstStyle/>
                    <a:p>
                      <a:r>
                        <a:rPr sz="2025" b="0">
                          <a:solidFill>
                            <a:srgbClr val="141414"/>
                          </a:solidFill>
                        </a:rPr>
                        <a:t>Estructura y textos corporativos</a:t>
                      </a:r>
                    </a:p>
                  </a:txBody>
                  <a:tcPr marL="91440" marR="91440" marT="45720" marB="45720">
                    <a:solidFill>
                      <a:srgbClr val="F4F4F4"/>
                    </a:solidFill>
                  </a:tcPr>
                </a:tc>
              </a:tr>
              <a:tr h="762000">
                <a:tc>
                  <a:txBody>
                    <a:bodyPr/>
                    <a:lstStyle/>
                    <a:p>
                      <a:r>
                        <a:rPr sz="2025" b="0">
                          <a:solidFill>
                            <a:srgbClr val="141414"/>
                          </a:solidFill>
                        </a:rPr>
                        <a:t>Proyectos y equipo con ACF</a:t>
                      </a:r>
                    </a:p>
                  </a:txBody>
                  <a:tcPr marL="91440" marR="91440" marT="45720" marB="45720">
                    <a:solidFill>
                      <a:srgbClr val="FFFFFF"/>
                    </a:solidFill>
                  </a:tcPr>
                </a:tc>
                <a:tc>
                  <a:txBody>
                    <a:bodyPr/>
                    <a:lstStyle/>
                    <a:p>
                      <a:r>
                        <a:rPr sz="2025" b="0">
                          <a:solidFill>
                            <a:srgbClr val="141414"/>
                          </a:solidFill>
                        </a:rPr>
                        <a:t>Secciones de Home y servicios</a:t>
                      </a:r>
                    </a:p>
                  </a:txBody>
                  <a:tcPr marL="91440" marR="91440" marT="45720" marB="45720">
                    <a:solidFill>
                      <a:srgbClr val="FFFFFF"/>
                    </a:solidFill>
                  </a:tcPr>
                </a:tc>
              </a:tr>
              <a:tr h="762000">
                <a:tc>
                  <a:txBody>
                    <a:bodyPr/>
                    <a:lstStyle/>
                    <a:p>
                      <a:r>
                        <a:rPr sz="2025" b="0">
                          <a:solidFill>
                            <a:srgbClr val="141414"/>
                          </a:solidFill>
                        </a:rPr>
                        <a:t>Medios, menús y logos</a:t>
                      </a:r>
                    </a:p>
                  </a:txBody>
                  <a:tcPr marL="91440" marR="91440" marT="45720" marB="45720">
                    <a:solidFill>
                      <a:srgbClr val="F4F4F4"/>
                    </a:solidFill>
                  </a:tcPr>
                </a:tc>
                <a:tc>
                  <a:txBody>
                    <a:bodyPr/>
                    <a:lstStyle/>
                    <a:p>
                      <a:r>
                        <a:rPr sz="2025" b="0">
                          <a:solidFill>
                            <a:srgbClr val="141414"/>
                          </a:solidFill>
                        </a:rPr>
                        <a:t>CSS, responsive y animaciones</a:t>
                      </a:r>
                    </a:p>
                  </a:txBody>
                  <a:tcPr marL="91440" marR="91440" marT="45720" marB="45720">
                    <a:solidFill>
                      <a:srgbClr val="F4F4F4"/>
                    </a:solidFill>
                  </a:tcPr>
                </a:tc>
              </a:tr>
            </a:tbl>
          </a:graphicData>
        </a:graphic>
      </p:graphicFrame>
      <p:sp>
        <p:nvSpPr>
          <p:cNvPr id="4" name="">
            <a:extLst xmlns:a="http://schemas.openxmlformats.org/drawingml/2006/main">
              <a:ext uri="{FF2B5EF4-FFF2-40B4-BE49-F238E27FC236}">
                <a16:creationId xmlns:a16="http://schemas.microsoft.com/office/drawing/2014/main" id="{F8F6BF72-4172-4543-926E-4826025C762F}"/>
              </a:ext>
            </a:extLst>
          </p:cNvPr>
          <p:cNvSpPr>
            <a:spLocks xmlns:a="http://schemas.openxmlformats.org/drawingml/2006/main" noGrp="1"/>
          </p:cNvSpPr>
          <p:nvPr/>
        </p:nvSpPr>
        <p:spPr>
          <a:xfrm xmlns:a="http://schemas.openxmlformats.org/drawingml/2006/main">
            <a:off x="609600" y="53816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F58200"/>
                </a:solidFill>
              </a:defRPr>
            </a:defPPr>
            <a:lvl1pPr>
              <a:defRPr sz="2175" b="1">
                <a:solidFill>
                  <a:srgbClr val="F58200"/>
                </a:solidFill>
              </a:defRPr>
            </a:lvl1pPr>
            <a:lvl2pPr>
              <a:defRPr sz="2175" b="1">
                <a:solidFill>
                  <a:srgbClr val="F58200"/>
                </a:solidFill>
              </a:defRPr>
            </a:lvl2pPr>
            <a:lvl3pPr>
              <a:defRPr sz="2175" b="1">
                <a:solidFill>
                  <a:srgbClr val="F58200"/>
                </a:solidFill>
              </a:defRPr>
            </a:lvl3pPr>
            <a:lvl4pPr>
              <a:defRPr sz="2175" b="1">
                <a:solidFill>
                  <a:srgbClr val="F58200"/>
                </a:solidFill>
              </a:defRPr>
            </a:lvl4pPr>
            <a:lvl5pPr>
              <a:defRPr sz="2175" b="1">
                <a:solidFill>
                  <a:srgbClr val="F58200"/>
                </a:solidFill>
              </a:defRPr>
            </a:lvl5pPr>
            <a:lvl6pPr>
              <a:defRPr sz="2175" b="1">
                <a:solidFill>
                  <a:srgbClr val="F58200"/>
                </a:solidFill>
              </a:defRPr>
            </a:lvl6pPr>
            <a:lvl7pPr>
              <a:defRPr sz="2175" b="1">
                <a:solidFill>
                  <a:srgbClr val="F58200"/>
                </a:solidFill>
              </a:defRPr>
            </a:lvl7pPr>
            <a:lvl8pPr>
              <a:defRPr sz="2175" b="1">
                <a:solidFill>
                  <a:srgbClr val="F58200"/>
                </a:solidFill>
              </a:defRPr>
            </a:lvl8pPr>
            <a:lvl9pPr>
              <a:defRPr sz="2175" b="1">
                <a:solidFill>
                  <a:srgbClr val="F58200"/>
                </a:solidFill>
              </a:defRPr>
            </a:lvl9pPr>
          </a:lstStyle>
          <a:p xmlns:a="http://schemas.openxmlformats.org/drawingml/2006/main">
            <a:pPr>
              <a:defRPr sz="2175" b="1">
                <a:solidFill>
                  <a:srgbClr val="F58200"/>
                </a:solidFill>
              </a:defRPr>
            </a:pPr>
            <a:r>
              <a:rPr sz="2175" b="1">
                <a:solidFill>
                  <a:srgbClr val="F58200"/>
                </a:solidFill>
              </a:rPr>
              <a:t>Una identidad visual compartida: blanco, negro y naranja</a:t>
            </a:r>
          </a:p>
        </p:txBody>
      </p:sp>
    </p:spTree>
    <p:extLst>
      <p:ext uri="{BB962C8B-B14F-4D97-AF65-F5344CB8AC3E}">
        <p14:creationId xmlns:p14="http://schemas.microsoft.com/office/powerpoint/2010/main" val="170896496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0391B28-DF20-4D50-9FA7-8EBD29B70A75}"/>
              </a:ext>
            </a:extLst>
          </p:cNvPr>
          <p:cNvSpPr>
            <a:spLocks xmlns:a="http://schemas.openxmlformats.org/drawingml/2006/main" noGrp="1"/>
          </p:cNvSpPr>
          <p:nvPr/>
        </p:nvSpPr>
        <p:spPr>
          <a:xfrm xmlns:a="http://schemas.openxmlformats.org/drawingml/2006/main">
            <a:off x="609600" y="4572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1414"/>
                </a:solidFill>
              </a:defRPr>
            </a:defPPr>
            <a:lvl1pPr>
              <a:defRPr sz="3300" b="1">
                <a:solidFill>
                  <a:srgbClr val="141414"/>
                </a:solidFill>
              </a:defRPr>
            </a:lvl1pPr>
            <a:lvl2pPr>
              <a:defRPr sz="3300" b="1">
                <a:solidFill>
                  <a:srgbClr val="141414"/>
                </a:solidFill>
              </a:defRPr>
            </a:lvl2pPr>
            <a:lvl3pPr>
              <a:defRPr sz="3300" b="1">
                <a:solidFill>
                  <a:srgbClr val="141414"/>
                </a:solidFill>
              </a:defRPr>
            </a:lvl3pPr>
            <a:lvl4pPr>
              <a:defRPr sz="3300" b="1">
                <a:solidFill>
                  <a:srgbClr val="141414"/>
                </a:solidFill>
              </a:defRPr>
            </a:lvl4pPr>
            <a:lvl5pPr>
              <a:defRPr sz="3300" b="1">
                <a:solidFill>
                  <a:srgbClr val="141414"/>
                </a:solidFill>
              </a:defRPr>
            </a:lvl5pPr>
            <a:lvl6pPr>
              <a:defRPr sz="3300" b="1">
                <a:solidFill>
                  <a:srgbClr val="141414"/>
                </a:solidFill>
              </a:defRPr>
            </a:lvl6pPr>
            <a:lvl7pPr>
              <a:defRPr sz="3300" b="1">
                <a:solidFill>
                  <a:srgbClr val="141414"/>
                </a:solidFill>
              </a:defRPr>
            </a:lvl7pPr>
            <a:lvl8pPr>
              <a:defRPr sz="3300" b="1">
                <a:solidFill>
                  <a:srgbClr val="141414"/>
                </a:solidFill>
              </a:defRPr>
            </a:lvl8pPr>
            <a:lvl9pPr>
              <a:defRPr sz="3300" b="1">
                <a:solidFill>
                  <a:srgbClr val="141414"/>
                </a:solidFill>
              </a:defRPr>
            </a:lvl9pPr>
          </a:lstStyle>
          <a:p xmlns:a="http://schemas.openxmlformats.org/drawingml/2006/main">
            <a:pPr>
              <a:defRPr sz="3300" b="1">
                <a:solidFill>
                  <a:srgbClr val="141414"/>
                </a:solidFill>
              </a:defRPr>
            </a:pPr>
            <a:r>
              <a:rPr sz="3300" b="1">
                <a:solidFill>
                  <a:srgbClr val="141414"/>
                </a:solidFill>
              </a:rPr>
              <a:t>Cada integración tiene una función</a:t>
            </a:r>
          </a:p>
        </p:txBody>
      </p:sp>
      <p:sp>
        <p:nvSpPr>
          <p:cNvPr id="2" name="">
            <a:extLst xmlns:a="http://schemas.openxmlformats.org/drawingml/2006/main">
              <a:ext uri="{FF2B5EF4-FFF2-40B4-BE49-F238E27FC236}">
                <a16:creationId xmlns:a16="http://schemas.microsoft.com/office/drawing/2014/main" id="{C6DD5085-A59F-4D5F-97EE-D8AD5B4DD125}"/>
              </a:ext>
            </a:extLst>
          </p:cNvPr>
          <p:cNvSpPr>
            <a:spLocks xmlns:a="http://schemas.openxmlformats.org/drawingml/2006/main" noGrp="1"/>
          </p:cNvSpPr>
          <p:nvPr/>
        </p:nvSpPr>
        <p:spPr>
          <a:xfrm xmlns:a="http://schemas.openxmlformats.org/drawingml/2006/main">
            <a:off x="11049000" y="62674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55555"/>
                </a:solidFill>
              </a:defRPr>
            </a:defPPr>
            <a:lvl1pPr>
              <a:defRPr sz="1275" b="0">
                <a:solidFill>
                  <a:srgbClr val="555555"/>
                </a:solidFill>
              </a:defRPr>
            </a:lvl1pPr>
            <a:lvl2pPr>
              <a:defRPr sz="1275" b="0">
                <a:solidFill>
                  <a:srgbClr val="555555"/>
                </a:solidFill>
              </a:defRPr>
            </a:lvl2pPr>
            <a:lvl3pPr>
              <a:defRPr sz="1275" b="0">
                <a:solidFill>
                  <a:srgbClr val="555555"/>
                </a:solidFill>
              </a:defRPr>
            </a:lvl3pPr>
            <a:lvl4pPr>
              <a:defRPr sz="1275" b="0">
                <a:solidFill>
                  <a:srgbClr val="555555"/>
                </a:solidFill>
              </a:defRPr>
            </a:lvl4pPr>
            <a:lvl5pPr>
              <a:defRPr sz="1275" b="0">
                <a:solidFill>
                  <a:srgbClr val="555555"/>
                </a:solidFill>
              </a:defRPr>
            </a:lvl5pPr>
            <a:lvl6pPr>
              <a:defRPr sz="1275" b="0">
                <a:solidFill>
                  <a:srgbClr val="555555"/>
                </a:solidFill>
              </a:defRPr>
            </a:lvl6pPr>
            <a:lvl7pPr>
              <a:defRPr sz="1275" b="0">
                <a:solidFill>
                  <a:srgbClr val="555555"/>
                </a:solidFill>
              </a:defRPr>
            </a:lvl7pPr>
            <a:lvl8pPr>
              <a:defRPr sz="1275" b="0">
                <a:solidFill>
                  <a:srgbClr val="555555"/>
                </a:solidFill>
              </a:defRPr>
            </a:lvl8pPr>
            <a:lvl9pPr>
              <a:defRPr sz="1275" b="0">
                <a:solidFill>
                  <a:srgbClr val="555555"/>
                </a:solidFill>
              </a:defRPr>
            </a:lvl9pPr>
          </a:lstStyle>
          <a:p xmlns:a="http://schemas.openxmlformats.org/drawingml/2006/main">
            <a:pPr>
              <a:defRPr sz="1275" b="0">
                <a:solidFill>
                  <a:srgbClr val="555555"/>
                </a:solidFill>
              </a:defRPr>
            </a:pPr>
            <a:r>
              <a:rPr sz="1275" b="0">
                <a:solidFill>
                  <a:srgbClr val="555555"/>
                </a:solidFill>
              </a:rPr>
              <a:t>06</a:t>
            </a:r>
          </a:p>
        </p:txBody>
      </p:sp>
      <p:graphicFrame>
        <p:nvGraphicFramePr>
          <p:cNvPr id="3" name="">
            <a:extLst xmlns:a="http://schemas.openxmlformats.org/drawingml/2006/main">
              <a:ext uri="{FF2B5EF4-FFF2-40B4-BE49-F238E27FC236}">
                <a16:creationId xmlns:a16="http://schemas.microsoft.com/office/drawing/2014/main" id="{3A97BB7B-9E33-4B52-82F5-A3C8CACA3074}"/>
              </a:ext>
            </a:extLst>
          </p:cNvPr>
          <p:cNvGraphicFramePr/>
          <p:nvPr/>
        </p:nvGraphicFramePr>
        <p:xfrm>
          <a:off xmlns:a="http://schemas.openxmlformats.org/drawingml/2006/main" x="609600" y="1714500"/>
          <a:ext xmlns:a="http://schemas.openxmlformats.org/drawingml/2006/main" cx="10972800" cy="3476625"/>
        </p:xfrm>
        <a:graphic xmlns:a="http://schemas.openxmlformats.org/drawingml/2006/main">
          <a:graphicData uri="http://schemas.openxmlformats.org/drawingml/2006/table">
            <a:tbl>
              <a:tblPr/>
              <a:tblGrid>
                <a:gridCol w="2857500"/>
                <a:gridCol w="4191000"/>
                <a:gridCol w="3924300"/>
              </a:tblGrid>
              <a:tr h="695325">
                <a:tc>
                  <a:txBody>
                    <a:bodyPr/>
                    <a:lstStyle/>
                    <a:p>
                      <a:r>
                        <a:rPr sz="1800" b="1">
                          <a:solidFill>
                            <a:srgbClr val="FFFFFF"/>
                          </a:solidFill>
                        </a:rPr>
                        <a:t>Integración</a:t>
                      </a:r>
                    </a:p>
                  </a:txBody>
                  <a:tcPr marL="91440" marR="91440" marT="45720" marB="45720">
                    <a:solidFill>
                      <a:srgbClr val="141414"/>
                    </a:solidFill>
                  </a:tcPr>
                </a:tc>
                <a:tc>
                  <a:txBody>
                    <a:bodyPr/>
                    <a:lstStyle/>
                    <a:p>
                      <a:r>
                        <a:rPr sz="1800" b="1">
                          <a:solidFill>
                            <a:srgbClr val="FFFFFF"/>
                          </a:solidFill>
                        </a:rPr>
                        <a:t>Utilidad</a:t>
                      </a:r>
                    </a:p>
                  </a:txBody>
                  <a:tcPr marL="91440" marR="91440" marT="45720" marB="45720">
                    <a:solidFill>
                      <a:srgbClr val="141414"/>
                    </a:solidFill>
                  </a:tcPr>
                </a:tc>
                <a:tc>
                  <a:txBody>
                    <a:bodyPr/>
                    <a:lstStyle/>
                    <a:p>
                      <a:r>
                        <a:rPr sz="1800" b="1">
                          <a:solidFill>
                            <a:srgbClr val="FFFFFF"/>
                          </a:solidFill>
                        </a:rPr>
                        <a:t>Estado documentado</a:t>
                      </a:r>
                    </a:p>
                  </a:txBody>
                  <a:tcPr marL="91440" marR="91440" marT="45720" marB="45720">
                    <a:solidFill>
                      <a:srgbClr val="141414"/>
                    </a:solidFill>
                  </a:tcPr>
                </a:tc>
              </a:tr>
              <a:tr h="695325">
                <a:tc>
                  <a:txBody>
                    <a:bodyPr/>
                    <a:lstStyle/>
                    <a:p>
                      <a:r>
                        <a:rPr sz="1800" b="0">
                          <a:solidFill>
                            <a:srgbClr val="141414"/>
                          </a:solidFill>
                        </a:rPr>
                        <a:t>ACF PRO / Yoast</a:t>
                      </a:r>
                    </a:p>
                  </a:txBody>
                  <a:tcPr marL="91440" marR="91440" marT="45720" marB="45720">
                    <a:solidFill>
                      <a:srgbClr val="F4F4F4"/>
                    </a:solidFill>
                  </a:tcPr>
                </a:tc>
                <a:tc>
                  <a:txBody>
                    <a:bodyPr/>
                    <a:lstStyle/>
                    <a:p>
                      <a:r>
                        <a:rPr sz="1800" b="0">
                          <a:solidFill>
                            <a:srgbClr val="141414"/>
                          </a:solidFill>
                        </a:rPr>
                        <a:t>Campos / metadatos y schema</a:t>
                      </a:r>
                    </a:p>
                  </a:txBody>
                  <a:tcPr marL="91440" marR="91440" marT="45720" marB="45720">
                    <a:solidFill>
                      <a:srgbClr val="F4F4F4"/>
                    </a:solidFill>
                  </a:tcPr>
                </a:tc>
                <a:tc>
                  <a:txBody>
                    <a:bodyPr/>
                    <a:lstStyle/>
                    <a:p>
                      <a:r>
                        <a:rPr sz="1800" b="0">
                          <a:solidFill>
                            <a:srgbClr val="141414"/>
                          </a:solidFill>
                        </a:rPr>
                        <a:t>Integrados en la solución</a:t>
                      </a:r>
                    </a:p>
                  </a:txBody>
                  <a:tcPr marL="91440" marR="91440" marT="45720" marB="45720">
                    <a:solidFill>
                      <a:srgbClr val="F4F4F4"/>
                    </a:solidFill>
                  </a:tcPr>
                </a:tc>
              </a:tr>
              <a:tr h="695325">
                <a:tc>
                  <a:txBody>
                    <a:bodyPr/>
                    <a:lstStyle/>
                    <a:p>
                      <a:r>
                        <a:rPr sz="1800" b="0">
                          <a:solidFill>
                            <a:srgbClr val="141414"/>
                          </a:solidFill>
                        </a:rPr>
                        <a:t>Rocket / WebP Express</a:t>
                      </a:r>
                    </a:p>
                  </a:txBody>
                  <a:tcPr marL="91440" marR="91440" marT="45720" marB="45720">
                    <a:solidFill>
                      <a:srgbClr val="FFFFFF"/>
                    </a:solidFill>
                  </a:tcPr>
                </a:tc>
                <a:tc>
                  <a:txBody>
                    <a:bodyPr/>
                    <a:lstStyle/>
                    <a:p>
                      <a:r>
                        <a:rPr sz="1800" b="0">
                          <a:solidFill>
                            <a:srgbClr val="141414"/>
                          </a:solidFill>
                        </a:rPr>
                        <a:t>Caché / entrega de imágenes</a:t>
                      </a:r>
                    </a:p>
                  </a:txBody>
                  <a:tcPr marL="91440" marR="91440" marT="45720" marB="45720">
                    <a:solidFill>
                      <a:srgbClr val="FFFFFF"/>
                    </a:solidFill>
                  </a:tcPr>
                </a:tc>
                <a:tc>
                  <a:txBody>
                    <a:bodyPr/>
                    <a:lstStyle/>
                    <a:p>
                      <a:r>
                        <a:rPr sz="1800" b="0">
                          <a:solidFill>
                            <a:srgbClr val="141414"/>
                          </a:solidFill>
                        </a:rPr>
                        <a:t>Revisión efectiva en servidor</a:t>
                      </a:r>
                    </a:p>
                  </a:txBody>
                  <a:tcPr marL="91440" marR="91440" marT="45720" marB="45720">
                    <a:solidFill>
                      <a:srgbClr val="FFFFFF"/>
                    </a:solidFill>
                  </a:tcPr>
                </a:tc>
              </a:tr>
              <a:tr h="695325">
                <a:tc>
                  <a:txBody>
                    <a:bodyPr/>
                    <a:lstStyle/>
                    <a:p>
                      <a:r>
                        <a:rPr sz="1800" b="0">
                          <a:solidFill>
                            <a:srgbClr val="141414"/>
                          </a:solidFill>
                        </a:rPr>
                        <a:t>CookieYes</a:t>
                      </a:r>
                    </a:p>
                  </a:txBody>
                  <a:tcPr marL="91440" marR="91440" marT="45720" marB="45720">
                    <a:solidFill>
                      <a:srgbClr val="F4F4F4"/>
                    </a:solidFill>
                  </a:tcPr>
                </a:tc>
                <a:tc>
                  <a:txBody>
                    <a:bodyPr/>
                    <a:lstStyle/>
                    <a:p>
                      <a:r>
                        <a:rPr sz="1800" b="0">
                          <a:solidFill>
                            <a:srgbClr val="141414"/>
                          </a:solidFill>
                        </a:rPr>
                        <a:t>Consentimiento</a:t>
                      </a:r>
                    </a:p>
                  </a:txBody>
                  <a:tcPr marL="91440" marR="91440" marT="45720" marB="45720">
                    <a:solidFill>
                      <a:srgbClr val="F4F4F4"/>
                    </a:solidFill>
                  </a:tcPr>
                </a:tc>
                <a:tc>
                  <a:txBody>
                    <a:bodyPr/>
                    <a:lstStyle/>
                    <a:p>
                      <a:r>
                        <a:rPr sz="1800" b="0">
                          <a:solidFill>
                            <a:srgbClr val="141414"/>
                          </a:solidFill>
                        </a:rPr>
                        <a:t>Elegido; cierre pendiente</a:t>
                      </a:r>
                    </a:p>
                  </a:txBody>
                  <a:tcPr marL="91440" marR="91440" marT="45720" marB="45720">
                    <a:solidFill>
                      <a:srgbClr val="F4F4F4"/>
                    </a:solidFill>
                  </a:tcPr>
                </a:tc>
              </a:tr>
              <a:tr h="695325">
                <a:tc>
                  <a:txBody>
                    <a:bodyPr/>
                    <a:lstStyle/>
                    <a:p>
                      <a:r>
                        <a:rPr sz="1800" b="0">
                          <a:solidFill>
                            <a:srgbClr val="141414"/>
                          </a:solidFill>
                        </a:rPr>
                        <a:t>Formularios propios</a:t>
                      </a:r>
                    </a:p>
                  </a:txBody>
                  <a:tcPr marL="91440" marR="91440" marT="45720" marB="45720">
                    <a:solidFill>
                      <a:srgbClr val="FFFFFF"/>
                    </a:solidFill>
                  </a:tcPr>
                </a:tc>
                <a:tc>
                  <a:txBody>
                    <a:bodyPr/>
                    <a:lstStyle/>
                    <a:p>
                      <a:r>
                        <a:rPr sz="1800" b="0">
                          <a:solidFill>
                            <a:srgbClr val="141414"/>
                          </a:solidFill>
                        </a:rPr>
                        <a:t>Registro privado y avisos</a:t>
                      </a:r>
                    </a:p>
                  </a:txBody>
                  <a:tcPr marL="91440" marR="91440" marT="45720" marB="45720">
                    <a:solidFill>
                      <a:srgbClr val="FFFFFF"/>
                    </a:solidFill>
                  </a:tcPr>
                </a:tc>
                <a:tc>
                  <a:txBody>
                    <a:bodyPr/>
                    <a:lstStyle/>
                    <a:p>
                      <a:r>
                        <a:rPr sz="1800" b="0">
                          <a:solidFill>
                            <a:srgbClr val="141414"/>
                          </a:solidFill>
                        </a:rPr>
                        <a:t>Implementados; correo por revisar</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0D1E601-168B-4BD5-8A4A-E959A49A7339}"/>
              </a:ext>
            </a:extLst>
          </p:cNvPr>
          <p:cNvSpPr>
            <a:spLocks xmlns:a="http://schemas.openxmlformats.org/drawingml/2006/main" noGrp="1"/>
          </p:cNvSpPr>
          <p:nvPr/>
        </p:nvSpPr>
        <p:spPr>
          <a:xfrm xmlns:a="http://schemas.openxmlformats.org/drawingml/2006/main">
            <a:off x="609600" y="552450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F58200"/>
                </a:solidFill>
              </a:defRPr>
            </a:defPPr>
            <a:lvl1pPr>
              <a:defRPr sz="2025" b="1">
                <a:solidFill>
                  <a:srgbClr val="F58200"/>
                </a:solidFill>
              </a:defRPr>
            </a:lvl1pPr>
            <a:lvl2pPr>
              <a:defRPr sz="2025" b="1">
                <a:solidFill>
                  <a:srgbClr val="F58200"/>
                </a:solidFill>
              </a:defRPr>
            </a:lvl2pPr>
            <a:lvl3pPr>
              <a:defRPr sz="2025" b="1">
                <a:solidFill>
                  <a:srgbClr val="F58200"/>
                </a:solidFill>
              </a:defRPr>
            </a:lvl3pPr>
            <a:lvl4pPr>
              <a:defRPr sz="2025" b="1">
                <a:solidFill>
                  <a:srgbClr val="F58200"/>
                </a:solidFill>
              </a:defRPr>
            </a:lvl4pPr>
            <a:lvl5pPr>
              <a:defRPr sz="2025" b="1">
                <a:solidFill>
                  <a:srgbClr val="F58200"/>
                </a:solidFill>
              </a:defRPr>
            </a:lvl5pPr>
            <a:lvl6pPr>
              <a:defRPr sz="2025" b="1">
                <a:solidFill>
                  <a:srgbClr val="F58200"/>
                </a:solidFill>
              </a:defRPr>
            </a:lvl6pPr>
            <a:lvl7pPr>
              <a:defRPr sz="2025" b="1">
                <a:solidFill>
                  <a:srgbClr val="F58200"/>
                </a:solidFill>
              </a:defRPr>
            </a:lvl7pPr>
            <a:lvl8pPr>
              <a:defRPr sz="2025" b="1">
                <a:solidFill>
                  <a:srgbClr val="F58200"/>
                </a:solidFill>
              </a:defRPr>
            </a:lvl8pPr>
            <a:lvl9pPr>
              <a:defRPr sz="2025" b="1">
                <a:solidFill>
                  <a:srgbClr val="F58200"/>
                </a:solidFill>
              </a:defRPr>
            </a:lvl9pPr>
          </a:lstStyle>
          <a:p xmlns:a="http://schemas.openxmlformats.org/drawingml/2006/main">
            <a:pPr>
              <a:defRPr sz="2025" b="1">
                <a:solidFill>
                  <a:srgbClr val="F58200"/>
                </a:solidFill>
              </a:defRPr>
            </a:pPr>
            <a:r>
              <a:rPr sz="2025" b="1">
                <a:solidFill>
                  <a:srgbClr val="F58200"/>
                </a:solidFill>
              </a:rPr>
              <a:t>Mantenimiento, permisos y copias forman parte de la entrega</a:t>
            </a:r>
          </a:p>
        </p:txBody>
      </p:sp>
    </p:spTree>
    <p:extLst>
      <p:ext uri="{BB962C8B-B14F-4D97-AF65-F5344CB8AC3E}">
        <p14:creationId xmlns:p14="http://schemas.microsoft.com/office/powerpoint/2010/main" val="54674577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1829C58-8968-4C3A-A41F-EECAB4433182}"/>
              </a:ext>
            </a:extLst>
          </p:cNvPr>
          <p:cNvSpPr>
            <a:spLocks xmlns:a="http://schemas.openxmlformats.org/drawingml/2006/main" noGrp="1"/>
          </p:cNvSpPr>
          <p:nvPr/>
        </p:nvSpPr>
        <p:spPr>
          <a:xfrm xmlns:a="http://schemas.openxmlformats.org/drawingml/2006/main">
            <a:off x="609600" y="4572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1414"/>
                </a:solidFill>
              </a:defRPr>
            </a:defPPr>
            <a:lvl1pPr>
              <a:defRPr sz="3300" b="1">
                <a:solidFill>
                  <a:srgbClr val="141414"/>
                </a:solidFill>
              </a:defRPr>
            </a:lvl1pPr>
            <a:lvl2pPr>
              <a:defRPr sz="3300" b="1">
                <a:solidFill>
                  <a:srgbClr val="141414"/>
                </a:solidFill>
              </a:defRPr>
            </a:lvl2pPr>
            <a:lvl3pPr>
              <a:defRPr sz="3300" b="1">
                <a:solidFill>
                  <a:srgbClr val="141414"/>
                </a:solidFill>
              </a:defRPr>
            </a:lvl3pPr>
            <a:lvl4pPr>
              <a:defRPr sz="3300" b="1">
                <a:solidFill>
                  <a:srgbClr val="141414"/>
                </a:solidFill>
              </a:defRPr>
            </a:lvl4pPr>
            <a:lvl5pPr>
              <a:defRPr sz="3300" b="1">
                <a:solidFill>
                  <a:srgbClr val="141414"/>
                </a:solidFill>
              </a:defRPr>
            </a:lvl5pPr>
            <a:lvl6pPr>
              <a:defRPr sz="3300" b="1">
                <a:solidFill>
                  <a:srgbClr val="141414"/>
                </a:solidFill>
              </a:defRPr>
            </a:lvl6pPr>
            <a:lvl7pPr>
              <a:defRPr sz="3300" b="1">
                <a:solidFill>
                  <a:srgbClr val="141414"/>
                </a:solidFill>
              </a:defRPr>
            </a:lvl7pPr>
            <a:lvl8pPr>
              <a:defRPr sz="3300" b="1">
                <a:solidFill>
                  <a:srgbClr val="141414"/>
                </a:solidFill>
              </a:defRPr>
            </a:lvl8pPr>
            <a:lvl9pPr>
              <a:defRPr sz="3300" b="1">
                <a:solidFill>
                  <a:srgbClr val="141414"/>
                </a:solidFill>
              </a:defRPr>
            </a:lvl9pPr>
          </a:lstStyle>
          <a:p xmlns:a="http://schemas.openxmlformats.org/drawingml/2006/main">
            <a:pPr>
              <a:defRPr sz="3300" b="1">
                <a:solidFill>
                  <a:srgbClr val="141414"/>
                </a:solidFill>
              </a:defRPr>
            </a:pPr>
            <a:r>
              <a:rPr sz="3300" b="1">
                <a:solidFill>
                  <a:srgbClr val="141414"/>
                </a:solidFill>
              </a:rPr>
              <a:t>Rendimiento medido en cinco páginas</a:t>
            </a:r>
          </a:p>
        </p:txBody>
      </p:sp>
      <p:sp>
        <p:nvSpPr>
          <p:cNvPr id="2" name="">
            <a:extLst xmlns:a="http://schemas.openxmlformats.org/drawingml/2006/main">
              <a:ext uri="{FF2B5EF4-FFF2-40B4-BE49-F238E27FC236}">
                <a16:creationId xmlns:a16="http://schemas.microsoft.com/office/drawing/2014/main" id="{AF00594B-CAB1-4D39-9E4D-B996C37CC45F}"/>
              </a:ext>
            </a:extLst>
          </p:cNvPr>
          <p:cNvSpPr>
            <a:spLocks xmlns:a="http://schemas.openxmlformats.org/drawingml/2006/main" noGrp="1"/>
          </p:cNvSpPr>
          <p:nvPr/>
        </p:nvSpPr>
        <p:spPr>
          <a:xfrm xmlns:a="http://schemas.openxmlformats.org/drawingml/2006/main">
            <a:off x="11049000" y="62674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55555"/>
                </a:solidFill>
              </a:defRPr>
            </a:defPPr>
            <a:lvl1pPr>
              <a:defRPr sz="1275" b="0">
                <a:solidFill>
                  <a:srgbClr val="555555"/>
                </a:solidFill>
              </a:defRPr>
            </a:lvl1pPr>
            <a:lvl2pPr>
              <a:defRPr sz="1275" b="0">
                <a:solidFill>
                  <a:srgbClr val="555555"/>
                </a:solidFill>
              </a:defRPr>
            </a:lvl2pPr>
            <a:lvl3pPr>
              <a:defRPr sz="1275" b="0">
                <a:solidFill>
                  <a:srgbClr val="555555"/>
                </a:solidFill>
              </a:defRPr>
            </a:lvl3pPr>
            <a:lvl4pPr>
              <a:defRPr sz="1275" b="0">
                <a:solidFill>
                  <a:srgbClr val="555555"/>
                </a:solidFill>
              </a:defRPr>
            </a:lvl4pPr>
            <a:lvl5pPr>
              <a:defRPr sz="1275" b="0">
                <a:solidFill>
                  <a:srgbClr val="555555"/>
                </a:solidFill>
              </a:defRPr>
            </a:lvl5pPr>
            <a:lvl6pPr>
              <a:defRPr sz="1275" b="0">
                <a:solidFill>
                  <a:srgbClr val="555555"/>
                </a:solidFill>
              </a:defRPr>
            </a:lvl6pPr>
            <a:lvl7pPr>
              <a:defRPr sz="1275" b="0">
                <a:solidFill>
                  <a:srgbClr val="555555"/>
                </a:solidFill>
              </a:defRPr>
            </a:lvl7pPr>
            <a:lvl8pPr>
              <a:defRPr sz="1275" b="0">
                <a:solidFill>
                  <a:srgbClr val="555555"/>
                </a:solidFill>
              </a:defRPr>
            </a:lvl8pPr>
            <a:lvl9pPr>
              <a:defRPr sz="1275" b="0">
                <a:solidFill>
                  <a:srgbClr val="555555"/>
                </a:solidFill>
              </a:defRPr>
            </a:lvl9pPr>
          </a:lstStyle>
          <a:p xmlns:a="http://schemas.openxmlformats.org/drawingml/2006/main">
            <a:pPr>
              <a:defRPr sz="1275" b="0">
                <a:solidFill>
                  <a:srgbClr val="555555"/>
                </a:solidFill>
              </a:defRPr>
            </a:pPr>
            <a:r>
              <a:rPr sz="1275" b="0">
                <a:solidFill>
                  <a:srgbClr val="555555"/>
                </a:solidFill>
              </a:rPr>
              <a:t>07</a:t>
            </a:r>
          </a:p>
        </p:txBody>
      </p:sp>
      <p:graphicFrame>
        <p:nvGraphicFramePr>
          <p:cNvPr id="3" name="">
            <a:extLst xmlns:a="http://schemas.openxmlformats.org/drawingml/2006/main">
              <a:ext uri="{FF2B5EF4-FFF2-40B4-BE49-F238E27FC236}">
                <a16:creationId xmlns:a16="http://schemas.microsoft.com/office/drawing/2014/main" id="{110FF56F-581B-4511-B4CD-6D932C4FA7D3}"/>
              </a:ext>
            </a:extLst>
          </p:cNvPr>
          <p:cNvGraphicFramePr/>
          <p:nvPr/>
        </p:nvGraphicFramePr>
        <p:xfrm>
          <a:off xmlns:a="http://schemas.openxmlformats.org/drawingml/2006/main" x="609600" y="1714500"/>
          <a:ext xmlns:a="http://schemas.openxmlformats.org/drawingml/2006/main" cx="10972800" cy="3286125"/>
        </p:xfrm>
        <a:graphic xmlns:a="http://schemas.openxmlformats.org/drawingml/2006/main">
          <a:graphicData uri="http://schemas.openxmlformats.org/drawingml/2006/table">
            <a:tbl>
              <a:tblPr/>
              <a:tblGrid>
                <a:gridCol w="2952750"/>
                <a:gridCol w="2000250"/>
                <a:gridCol w="1619250"/>
                <a:gridCol w="2000250"/>
                <a:gridCol w="2400300"/>
              </a:tblGrid>
              <a:tr h="547688">
                <a:tc>
                  <a:txBody>
                    <a:bodyPr/>
                    <a:lstStyle/>
                    <a:p>
                      <a:r>
                        <a:rPr sz="1800" b="1">
                          <a:solidFill>
                            <a:srgbClr val="FFFFFF"/>
                          </a:solidFill>
                        </a:rPr>
                        <a:t>Móvil / escritorio</a:t>
                      </a:r>
                    </a:p>
                  </a:txBody>
                  <a:tcPr marL="91440" marR="91440" marT="45720" marB="45720">
                    <a:solidFill>
                      <a:srgbClr val="141414"/>
                    </a:solidFill>
                  </a:tcPr>
                </a:tc>
                <a:tc>
                  <a:txBody>
                    <a:bodyPr/>
                    <a:lstStyle/>
                    <a:p>
                      <a:r>
                        <a:rPr sz="1800" b="1">
                          <a:solidFill>
                            <a:srgbClr val="FFFFFF"/>
                          </a:solidFill>
                        </a:rPr>
                        <a:t>Rendimiento</a:t>
                      </a:r>
                    </a:p>
                  </a:txBody>
                  <a:tcPr marL="91440" marR="91440" marT="45720" marB="45720">
                    <a:solidFill>
                      <a:srgbClr val="141414"/>
                    </a:solidFill>
                  </a:tcPr>
                </a:tc>
                <a:tc>
                  <a:txBody>
                    <a:bodyPr/>
                    <a:lstStyle/>
                    <a:p>
                      <a:r>
                        <a:rPr sz="1800" b="1">
                          <a:solidFill>
                            <a:srgbClr val="FFFFFF"/>
                          </a:solidFill>
                        </a:rPr>
                        <a:t>SEO</a:t>
                      </a:r>
                    </a:p>
                  </a:txBody>
                  <a:tcPr marL="91440" marR="91440" marT="45720" marB="45720">
                    <a:solidFill>
                      <a:srgbClr val="141414"/>
                    </a:solidFill>
                  </a:tcPr>
                </a:tc>
                <a:tc>
                  <a:txBody>
                    <a:bodyPr/>
                    <a:lstStyle/>
                    <a:p>
                      <a:r>
                        <a:rPr sz="1800" b="1">
                          <a:solidFill>
                            <a:srgbClr val="FFFFFF"/>
                          </a:solidFill>
                        </a:rPr>
                        <a:t>LCP (s)</a:t>
                      </a:r>
                    </a:p>
                  </a:txBody>
                  <a:tcPr marL="91440" marR="91440" marT="45720" marB="45720">
                    <a:solidFill>
                      <a:srgbClr val="141414"/>
                    </a:solidFill>
                  </a:tcPr>
                </a:tc>
                <a:tc>
                  <a:txBody>
                    <a:bodyPr/>
                    <a:lstStyle/>
                    <a:p>
                      <a:r>
                        <a:rPr sz="1800" b="1">
                          <a:solidFill>
                            <a:srgbClr val="FFFFFF"/>
                          </a:solidFill>
                        </a:rPr>
                        <a:t>CLS</a:t>
                      </a:r>
                    </a:p>
                  </a:txBody>
                  <a:tcPr marL="91440" marR="91440" marT="45720" marB="45720">
                    <a:solidFill>
                      <a:srgbClr val="141414"/>
                    </a:solidFill>
                  </a:tcPr>
                </a:tc>
              </a:tr>
              <a:tr h="547688">
                <a:tc>
                  <a:txBody>
                    <a:bodyPr/>
                    <a:lstStyle/>
                    <a:p>
                      <a:r>
                        <a:rPr sz="1800" b="0">
                          <a:solidFill>
                            <a:srgbClr val="141414"/>
                          </a:solidFill>
                        </a:rPr>
                        <a:t>Home</a:t>
                      </a:r>
                    </a:p>
                  </a:txBody>
                  <a:tcPr marL="91440" marR="91440" marT="45720" marB="45720">
                    <a:solidFill>
                      <a:srgbClr val="F4F4F4"/>
                    </a:solidFill>
                  </a:tcPr>
                </a:tc>
                <a:tc>
                  <a:txBody>
                    <a:bodyPr/>
                    <a:lstStyle/>
                    <a:p>
                      <a:r>
                        <a:rPr sz="1800" b="0">
                          <a:solidFill>
                            <a:srgbClr val="141414"/>
                          </a:solidFill>
                        </a:rPr>
                        <a:t>80 / 98</a:t>
                      </a:r>
                    </a:p>
                  </a:txBody>
                  <a:tcPr marL="91440" marR="91440" marT="45720" marB="45720">
                    <a:solidFill>
                      <a:srgbClr val="F4F4F4"/>
                    </a:solidFill>
                  </a:tcPr>
                </a:tc>
                <a:tc>
                  <a:txBody>
                    <a:bodyPr/>
                    <a:lstStyle/>
                    <a:p>
                      <a:r>
                        <a:rPr sz="1800" b="0">
                          <a:solidFill>
                            <a:srgbClr val="141414"/>
                          </a:solidFill>
                        </a:rPr>
                        <a:t>100 / 100</a:t>
                      </a:r>
                    </a:p>
                  </a:txBody>
                  <a:tcPr marL="91440" marR="91440" marT="45720" marB="45720">
                    <a:solidFill>
                      <a:srgbClr val="F4F4F4"/>
                    </a:solidFill>
                  </a:tcPr>
                </a:tc>
                <a:tc>
                  <a:txBody>
                    <a:bodyPr/>
                    <a:lstStyle/>
                    <a:p>
                      <a:r>
                        <a:rPr sz="1800" b="0">
                          <a:solidFill>
                            <a:srgbClr val="141414"/>
                          </a:solidFill>
                        </a:rPr>
                        <a:t>2,7 / 0,5</a:t>
                      </a:r>
                    </a:p>
                  </a:txBody>
                  <a:tcPr marL="91440" marR="91440" marT="45720" marB="45720">
                    <a:solidFill>
                      <a:srgbClr val="F4F4F4"/>
                    </a:solidFill>
                  </a:tcPr>
                </a:tc>
                <a:tc>
                  <a:txBody>
                    <a:bodyPr/>
                    <a:lstStyle/>
                    <a:p>
                      <a:r>
                        <a:rPr sz="1800" b="0">
                          <a:solidFill>
                            <a:srgbClr val="141414"/>
                          </a:solidFill>
                        </a:rPr>
                        <a:t>0,212 / 0,037</a:t>
                      </a:r>
                    </a:p>
                  </a:txBody>
                  <a:tcPr marL="91440" marR="91440" marT="45720" marB="45720">
                    <a:solidFill>
                      <a:srgbClr val="F4F4F4"/>
                    </a:solidFill>
                  </a:tcPr>
                </a:tc>
              </a:tr>
              <a:tr h="547688">
                <a:tc>
                  <a:txBody>
                    <a:bodyPr/>
                    <a:lstStyle/>
                    <a:p>
                      <a:r>
                        <a:rPr sz="1800" b="0">
                          <a:solidFill>
                            <a:srgbClr val="141414"/>
                          </a:solidFill>
                        </a:rPr>
                        <a:t>Agencia</a:t>
                      </a:r>
                    </a:p>
                  </a:txBody>
                  <a:tcPr marL="91440" marR="91440" marT="45720" marB="45720">
                    <a:solidFill>
                      <a:srgbClr val="FFFFFF"/>
                    </a:solidFill>
                  </a:tcPr>
                </a:tc>
                <a:tc>
                  <a:txBody>
                    <a:bodyPr/>
                    <a:lstStyle/>
                    <a:p>
                      <a:r>
                        <a:rPr sz="1800" b="0">
                          <a:solidFill>
                            <a:srgbClr val="141414"/>
                          </a:solidFill>
                        </a:rPr>
                        <a:t>91 / 83</a:t>
                      </a:r>
                    </a:p>
                  </a:txBody>
                  <a:tcPr marL="91440" marR="91440" marT="45720" marB="45720">
                    <a:solidFill>
                      <a:srgbClr val="FFFFFF"/>
                    </a:solidFill>
                  </a:tcPr>
                </a:tc>
                <a:tc>
                  <a:txBody>
                    <a:bodyPr/>
                    <a:lstStyle/>
                    <a:p>
                      <a:r>
                        <a:rPr sz="1800" b="0">
                          <a:solidFill>
                            <a:srgbClr val="141414"/>
                          </a:solidFill>
                        </a:rPr>
                        <a:t>100 / 100</a:t>
                      </a:r>
                    </a:p>
                  </a:txBody>
                  <a:tcPr marL="91440" marR="91440" marT="45720" marB="45720">
                    <a:solidFill>
                      <a:srgbClr val="FFFFFF"/>
                    </a:solidFill>
                  </a:tcPr>
                </a:tc>
                <a:tc>
                  <a:txBody>
                    <a:bodyPr/>
                    <a:lstStyle/>
                    <a:p>
                      <a:r>
                        <a:rPr sz="1800" b="0">
                          <a:solidFill>
                            <a:srgbClr val="141414"/>
                          </a:solidFill>
                        </a:rPr>
                        <a:t>2,2 / 0,7</a:t>
                      </a:r>
                    </a:p>
                  </a:txBody>
                  <a:tcPr marL="91440" marR="91440" marT="45720" marB="45720">
                    <a:solidFill>
                      <a:srgbClr val="FFFFFF"/>
                    </a:solidFill>
                  </a:tcPr>
                </a:tc>
                <a:tc>
                  <a:txBody>
                    <a:bodyPr/>
                    <a:lstStyle/>
                    <a:p>
                      <a:r>
                        <a:rPr sz="1800" b="0">
                          <a:solidFill>
                            <a:srgbClr val="141414"/>
                          </a:solidFill>
                        </a:rPr>
                        <a:t>0,125 / 0,292</a:t>
                      </a:r>
                    </a:p>
                  </a:txBody>
                  <a:tcPr marL="91440" marR="91440" marT="45720" marB="45720">
                    <a:solidFill>
                      <a:srgbClr val="FFFFFF"/>
                    </a:solidFill>
                  </a:tcPr>
                </a:tc>
              </a:tr>
              <a:tr h="547688">
                <a:tc>
                  <a:txBody>
                    <a:bodyPr/>
                    <a:lstStyle/>
                    <a:p>
                      <a:r>
                        <a:rPr sz="1800" b="0">
                          <a:solidFill>
                            <a:srgbClr val="141414"/>
                          </a:solidFill>
                        </a:rPr>
                        <a:t>Proyectos</a:t>
                      </a:r>
                    </a:p>
                  </a:txBody>
                  <a:tcPr marL="91440" marR="91440" marT="45720" marB="45720">
                    <a:solidFill>
                      <a:srgbClr val="F4F4F4"/>
                    </a:solidFill>
                  </a:tcPr>
                </a:tc>
                <a:tc>
                  <a:txBody>
                    <a:bodyPr/>
                    <a:lstStyle/>
                    <a:p>
                      <a:r>
                        <a:rPr sz="1800" b="0">
                          <a:solidFill>
                            <a:srgbClr val="141414"/>
                          </a:solidFill>
                        </a:rPr>
                        <a:t>80 / 97</a:t>
                      </a:r>
                    </a:p>
                  </a:txBody>
                  <a:tcPr marL="91440" marR="91440" marT="45720" marB="45720">
                    <a:solidFill>
                      <a:srgbClr val="F4F4F4"/>
                    </a:solidFill>
                  </a:tcPr>
                </a:tc>
                <a:tc>
                  <a:txBody>
                    <a:bodyPr/>
                    <a:lstStyle/>
                    <a:p>
                      <a:r>
                        <a:rPr sz="1800" b="0">
                          <a:solidFill>
                            <a:srgbClr val="141414"/>
                          </a:solidFill>
                        </a:rPr>
                        <a:t>92 / 92</a:t>
                      </a:r>
                    </a:p>
                  </a:txBody>
                  <a:tcPr marL="91440" marR="91440" marT="45720" marB="45720">
                    <a:solidFill>
                      <a:srgbClr val="F4F4F4"/>
                    </a:solidFill>
                  </a:tcPr>
                </a:tc>
                <a:tc>
                  <a:txBody>
                    <a:bodyPr/>
                    <a:lstStyle/>
                    <a:p>
                      <a:r>
                        <a:rPr sz="1800" b="0">
                          <a:solidFill>
                            <a:srgbClr val="141414"/>
                          </a:solidFill>
                        </a:rPr>
                        <a:t>3,5 / 0,7</a:t>
                      </a:r>
                    </a:p>
                  </a:txBody>
                  <a:tcPr marL="91440" marR="91440" marT="45720" marB="45720">
                    <a:solidFill>
                      <a:srgbClr val="F4F4F4"/>
                    </a:solidFill>
                  </a:tcPr>
                </a:tc>
                <a:tc>
                  <a:txBody>
                    <a:bodyPr/>
                    <a:lstStyle/>
                    <a:p>
                      <a:r>
                        <a:rPr sz="1800" b="0">
                          <a:solidFill>
                            <a:srgbClr val="141414"/>
                          </a:solidFill>
                        </a:rPr>
                        <a:t>0 / 0,041</a:t>
                      </a:r>
                    </a:p>
                  </a:txBody>
                  <a:tcPr marL="91440" marR="91440" marT="45720" marB="45720">
                    <a:solidFill>
                      <a:srgbClr val="F4F4F4"/>
                    </a:solidFill>
                  </a:tcPr>
                </a:tc>
              </a:tr>
              <a:tr h="547688">
                <a:tc>
                  <a:txBody>
                    <a:bodyPr/>
                    <a:lstStyle/>
                    <a:p>
                      <a:r>
                        <a:rPr sz="1800" b="0">
                          <a:solidFill>
                            <a:srgbClr val="141414"/>
                          </a:solidFill>
                        </a:rPr>
                        <a:t>Desarrollo web</a:t>
                      </a:r>
                    </a:p>
                  </a:txBody>
                  <a:tcPr marL="91440" marR="91440" marT="45720" marB="45720">
                    <a:solidFill>
                      <a:srgbClr val="FFFFFF"/>
                    </a:solidFill>
                  </a:tcPr>
                </a:tc>
                <a:tc>
                  <a:txBody>
                    <a:bodyPr/>
                    <a:lstStyle/>
                    <a:p>
                      <a:r>
                        <a:rPr sz="1800" b="0">
                          <a:solidFill>
                            <a:srgbClr val="141414"/>
                          </a:solidFill>
                        </a:rPr>
                        <a:t>82 / 97</a:t>
                      </a:r>
                    </a:p>
                  </a:txBody>
                  <a:tcPr marL="91440" marR="91440" marT="45720" marB="45720">
                    <a:solidFill>
                      <a:srgbClr val="FFFFFF"/>
                    </a:solidFill>
                  </a:tcPr>
                </a:tc>
                <a:tc>
                  <a:txBody>
                    <a:bodyPr/>
                    <a:lstStyle/>
                    <a:p>
                      <a:r>
                        <a:rPr sz="1800" b="0">
                          <a:solidFill>
                            <a:srgbClr val="141414"/>
                          </a:solidFill>
                        </a:rPr>
                        <a:t>100 / 100</a:t>
                      </a:r>
                    </a:p>
                  </a:txBody>
                  <a:tcPr marL="91440" marR="91440" marT="45720" marB="45720">
                    <a:solidFill>
                      <a:srgbClr val="FFFFFF"/>
                    </a:solidFill>
                  </a:tcPr>
                </a:tc>
                <a:tc>
                  <a:txBody>
                    <a:bodyPr/>
                    <a:lstStyle/>
                    <a:p>
                      <a:r>
                        <a:rPr sz="1800" b="0">
                          <a:solidFill>
                            <a:srgbClr val="141414"/>
                          </a:solidFill>
                        </a:rPr>
                        <a:t>3,3 / 0,7</a:t>
                      </a:r>
                    </a:p>
                  </a:txBody>
                  <a:tcPr marL="91440" marR="91440" marT="45720" marB="45720">
                    <a:solidFill>
                      <a:srgbClr val="FFFFFF"/>
                    </a:solidFill>
                  </a:tcPr>
                </a:tc>
                <a:tc>
                  <a:txBody>
                    <a:bodyPr/>
                    <a:lstStyle/>
                    <a:p>
                      <a:r>
                        <a:rPr sz="1800" b="0">
                          <a:solidFill>
                            <a:srgbClr val="141414"/>
                          </a:solidFill>
                        </a:rPr>
                        <a:t>0 / 0,017</a:t>
                      </a:r>
                    </a:p>
                  </a:txBody>
                  <a:tcPr marL="91440" marR="91440" marT="45720" marB="45720">
                    <a:solidFill>
                      <a:srgbClr val="FFFFFF"/>
                    </a:solidFill>
                  </a:tcPr>
                </a:tc>
              </a:tr>
              <a:tr h="547688">
                <a:tc>
                  <a:txBody>
                    <a:bodyPr/>
                    <a:lstStyle/>
                    <a:p>
                      <a:r>
                        <a:rPr sz="1800" b="0">
                          <a:solidFill>
                            <a:srgbClr val="141414"/>
                          </a:solidFill>
                        </a:rPr>
                        <a:t>WordPress</a:t>
                      </a:r>
                    </a:p>
                  </a:txBody>
                  <a:tcPr marL="91440" marR="91440" marT="45720" marB="45720">
                    <a:solidFill>
                      <a:srgbClr val="F4F4F4"/>
                    </a:solidFill>
                  </a:tcPr>
                </a:tc>
                <a:tc>
                  <a:txBody>
                    <a:bodyPr/>
                    <a:lstStyle/>
                    <a:p>
                      <a:r>
                        <a:rPr sz="1800" b="0">
                          <a:solidFill>
                            <a:srgbClr val="141414"/>
                          </a:solidFill>
                        </a:rPr>
                        <a:t>82 / 98</a:t>
                      </a:r>
                    </a:p>
                  </a:txBody>
                  <a:tcPr marL="91440" marR="91440" marT="45720" marB="45720">
                    <a:solidFill>
                      <a:srgbClr val="F4F4F4"/>
                    </a:solidFill>
                  </a:tcPr>
                </a:tc>
                <a:tc>
                  <a:txBody>
                    <a:bodyPr/>
                    <a:lstStyle/>
                    <a:p>
                      <a:r>
                        <a:rPr sz="1800" b="0">
                          <a:solidFill>
                            <a:srgbClr val="141414"/>
                          </a:solidFill>
                        </a:rPr>
                        <a:t>100 / 100</a:t>
                      </a:r>
                    </a:p>
                  </a:txBody>
                  <a:tcPr marL="91440" marR="91440" marT="45720" marB="45720">
                    <a:solidFill>
                      <a:srgbClr val="F4F4F4"/>
                    </a:solidFill>
                  </a:tcPr>
                </a:tc>
                <a:tc>
                  <a:txBody>
                    <a:bodyPr/>
                    <a:lstStyle/>
                    <a:p>
                      <a:r>
                        <a:rPr sz="1800" b="0">
                          <a:solidFill>
                            <a:srgbClr val="141414"/>
                          </a:solidFill>
                        </a:rPr>
                        <a:t>3,5 / 0,6</a:t>
                      </a:r>
                    </a:p>
                  </a:txBody>
                  <a:tcPr marL="91440" marR="91440" marT="45720" marB="45720">
                    <a:solidFill>
                      <a:srgbClr val="F4F4F4"/>
                    </a:solidFill>
                  </a:tcPr>
                </a:tc>
                <a:tc>
                  <a:txBody>
                    <a:bodyPr/>
                    <a:lstStyle/>
                    <a:p>
                      <a:r>
                        <a:rPr sz="1800" b="0">
                          <a:solidFill>
                            <a:srgbClr val="141414"/>
                          </a:solidFill>
                        </a:rPr>
                        <a:t>0 / 0,011</a:t>
                      </a:r>
                    </a:p>
                  </a:txBody>
                  <a:tcPr marL="91440" marR="91440" marT="45720" marB="45720">
                    <a:solidFill>
                      <a:srgbClr val="F4F4F4"/>
                    </a:solidFill>
                  </a:tcPr>
                </a:tc>
              </a:tr>
            </a:tbl>
          </a:graphicData>
        </a:graphic>
      </p:graphicFrame>
      <p:sp>
        <p:nvSpPr>
          <p:cNvPr id="4" name="">
            <a:extLst xmlns:a="http://schemas.openxmlformats.org/drawingml/2006/main">
              <a:ext uri="{FF2B5EF4-FFF2-40B4-BE49-F238E27FC236}">
                <a16:creationId xmlns:a16="http://schemas.microsoft.com/office/drawing/2014/main" id="{6113E8C4-3C11-4A95-BDBC-10260727B3D7}"/>
              </a:ext>
            </a:extLst>
          </p:cNvPr>
          <p:cNvSpPr>
            <a:spLocks xmlns:a="http://schemas.openxmlformats.org/drawingml/2006/main" noGrp="1"/>
          </p:cNvSpPr>
          <p:nvPr/>
        </p:nvSpPr>
        <p:spPr>
          <a:xfrm xmlns:a="http://schemas.openxmlformats.org/drawingml/2006/main">
            <a:off x="609600" y="523875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F58200"/>
                </a:solidFill>
              </a:defRPr>
            </a:defPPr>
            <a:lvl1pPr>
              <a:defRPr sz="2175" b="1">
                <a:solidFill>
                  <a:srgbClr val="F58200"/>
                </a:solidFill>
              </a:defRPr>
            </a:lvl1pPr>
            <a:lvl2pPr>
              <a:defRPr sz="2175" b="1">
                <a:solidFill>
                  <a:srgbClr val="F58200"/>
                </a:solidFill>
              </a:defRPr>
            </a:lvl2pPr>
            <a:lvl3pPr>
              <a:defRPr sz="2175" b="1">
                <a:solidFill>
                  <a:srgbClr val="F58200"/>
                </a:solidFill>
              </a:defRPr>
            </a:lvl3pPr>
            <a:lvl4pPr>
              <a:defRPr sz="2175" b="1">
                <a:solidFill>
                  <a:srgbClr val="F58200"/>
                </a:solidFill>
              </a:defRPr>
            </a:lvl4pPr>
            <a:lvl5pPr>
              <a:defRPr sz="2175" b="1">
                <a:solidFill>
                  <a:srgbClr val="F58200"/>
                </a:solidFill>
              </a:defRPr>
            </a:lvl5pPr>
            <a:lvl6pPr>
              <a:defRPr sz="2175" b="1">
                <a:solidFill>
                  <a:srgbClr val="F58200"/>
                </a:solidFill>
              </a:defRPr>
            </a:lvl6pPr>
            <a:lvl7pPr>
              <a:defRPr sz="2175" b="1">
                <a:solidFill>
                  <a:srgbClr val="F58200"/>
                </a:solidFill>
              </a:defRPr>
            </a:lvl7pPr>
            <a:lvl8pPr>
              <a:defRPr sz="2175" b="1">
                <a:solidFill>
                  <a:srgbClr val="F58200"/>
                </a:solidFill>
              </a:defRPr>
            </a:lvl8pPr>
            <a:lvl9pPr>
              <a:defRPr sz="2175" b="1">
                <a:solidFill>
                  <a:srgbClr val="F58200"/>
                </a:solidFill>
              </a:defRPr>
            </a:lvl9pPr>
          </a:lstStyle>
          <a:p xmlns:a="http://schemas.openxmlformats.org/drawingml/2006/main">
            <a:pPr>
              <a:defRPr sz="2175" b="1">
                <a:solidFill>
                  <a:srgbClr val="F58200"/>
                </a:solidFill>
              </a:defRPr>
            </a:pPr>
            <a:r>
              <a:rPr sz="2175" b="1">
                <a:solidFill>
                  <a:srgbClr val="F58200"/>
                </a:solidFill>
              </a:rPr>
              <a:t>Prioridad: carga inicial móvil y saltos de Home y Agencia</a:t>
            </a:r>
          </a:p>
        </p:txBody>
      </p:sp>
      <p:sp>
        <p:nvSpPr>
          <p:cNvPr id="5" name="">
            <a:extLst xmlns:a="http://schemas.openxmlformats.org/drawingml/2006/main">
              <a:ext uri="{FF2B5EF4-FFF2-40B4-BE49-F238E27FC236}">
                <a16:creationId xmlns:a16="http://schemas.microsoft.com/office/drawing/2014/main" id="{E3B6DF64-2CE1-4E95-A313-705237C30B94}"/>
              </a:ext>
            </a:extLst>
          </p:cNvPr>
          <p:cNvSpPr>
            <a:spLocks xmlns:a="http://schemas.openxmlformats.org/drawingml/2006/main" noGrp="1"/>
          </p:cNvSpPr>
          <p:nvPr/>
        </p:nvSpPr>
        <p:spPr>
          <a:xfrm xmlns:a="http://schemas.openxmlformats.org/drawingml/2006/main">
            <a:off x="609600" y="59055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55555"/>
                </a:solidFill>
              </a:defRPr>
            </a:defPPr>
            <a:lvl1pPr>
              <a:defRPr sz="1350" b="0">
                <a:solidFill>
                  <a:srgbClr val="555555"/>
                </a:solidFill>
              </a:defRPr>
            </a:lvl1pPr>
            <a:lvl2pPr>
              <a:defRPr sz="1350" b="0">
                <a:solidFill>
                  <a:srgbClr val="555555"/>
                </a:solidFill>
              </a:defRPr>
            </a:lvl2pPr>
            <a:lvl3pPr>
              <a:defRPr sz="1350" b="0">
                <a:solidFill>
                  <a:srgbClr val="555555"/>
                </a:solidFill>
              </a:defRPr>
            </a:lvl3pPr>
            <a:lvl4pPr>
              <a:defRPr sz="1350" b="0">
                <a:solidFill>
                  <a:srgbClr val="555555"/>
                </a:solidFill>
              </a:defRPr>
            </a:lvl4pPr>
            <a:lvl5pPr>
              <a:defRPr sz="1350" b="0">
                <a:solidFill>
                  <a:srgbClr val="555555"/>
                </a:solidFill>
              </a:defRPr>
            </a:lvl5pPr>
            <a:lvl6pPr>
              <a:defRPr sz="1350" b="0">
                <a:solidFill>
                  <a:srgbClr val="555555"/>
                </a:solidFill>
              </a:defRPr>
            </a:lvl6pPr>
            <a:lvl7pPr>
              <a:defRPr sz="1350" b="0">
                <a:solidFill>
                  <a:srgbClr val="555555"/>
                </a:solidFill>
              </a:defRPr>
            </a:lvl7pPr>
            <a:lvl8pPr>
              <a:defRPr sz="1350" b="0">
                <a:solidFill>
                  <a:srgbClr val="555555"/>
                </a:solidFill>
              </a:defRPr>
            </a:lvl8pPr>
            <a:lvl9pPr>
              <a:defRPr sz="1350" b="0">
                <a:solidFill>
                  <a:srgbClr val="555555"/>
                </a:solidFill>
              </a:defRPr>
            </a:lvl9pPr>
          </a:lstStyle>
          <a:p xmlns:a="http://schemas.openxmlformats.org/drawingml/2006/main">
            <a:pPr>
              <a:defRPr sz="1350" b="0">
                <a:solidFill>
                  <a:srgbClr val="555555"/>
                </a:solidFill>
              </a:defRPr>
            </a:pPr>
            <a:r>
              <a:rPr sz="1350" b="0">
                <a:solidFill>
                  <a:srgbClr val="555555"/>
                </a:solidFill>
              </a:rPr>
              <a:t>19-10-2026 · Pruebas · Laboratorio Lighthouse · Sin datos CrUX</a:t>
            </a:r>
          </a:p>
        </p:txBody>
      </p:sp>
    </p:spTree>
    <p:extLst>
      <p:ext uri="{BB962C8B-B14F-4D97-AF65-F5344CB8AC3E}">
        <p14:creationId xmlns:p14="http://schemas.microsoft.com/office/powerpoint/2010/main" val="116047923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EC45644-3769-47D8-BEDF-01B2B3B83189}"/>
              </a:ext>
            </a:extLst>
          </p:cNvPr>
          <p:cNvSpPr>
            <a:spLocks xmlns:a="http://schemas.openxmlformats.org/drawingml/2006/main" noGrp="1"/>
          </p:cNvSpPr>
          <p:nvPr/>
        </p:nvSpPr>
        <p:spPr>
          <a:xfrm xmlns:a="http://schemas.openxmlformats.org/drawingml/2006/main">
            <a:off x="609600" y="4572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1414"/>
                </a:solidFill>
              </a:defRPr>
            </a:defPPr>
            <a:lvl1pPr>
              <a:defRPr sz="3300" b="1">
                <a:solidFill>
                  <a:srgbClr val="141414"/>
                </a:solidFill>
              </a:defRPr>
            </a:lvl1pPr>
            <a:lvl2pPr>
              <a:defRPr sz="3300" b="1">
                <a:solidFill>
                  <a:srgbClr val="141414"/>
                </a:solidFill>
              </a:defRPr>
            </a:lvl2pPr>
            <a:lvl3pPr>
              <a:defRPr sz="3300" b="1">
                <a:solidFill>
                  <a:srgbClr val="141414"/>
                </a:solidFill>
              </a:defRPr>
            </a:lvl3pPr>
            <a:lvl4pPr>
              <a:defRPr sz="3300" b="1">
                <a:solidFill>
                  <a:srgbClr val="141414"/>
                </a:solidFill>
              </a:defRPr>
            </a:lvl4pPr>
            <a:lvl5pPr>
              <a:defRPr sz="3300" b="1">
                <a:solidFill>
                  <a:srgbClr val="141414"/>
                </a:solidFill>
              </a:defRPr>
            </a:lvl5pPr>
            <a:lvl6pPr>
              <a:defRPr sz="3300" b="1">
                <a:solidFill>
                  <a:srgbClr val="141414"/>
                </a:solidFill>
              </a:defRPr>
            </a:lvl6pPr>
            <a:lvl7pPr>
              <a:defRPr sz="3300" b="1">
                <a:solidFill>
                  <a:srgbClr val="141414"/>
                </a:solidFill>
              </a:defRPr>
            </a:lvl7pPr>
            <a:lvl8pPr>
              <a:defRPr sz="3300" b="1">
                <a:solidFill>
                  <a:srgbClr val="141414"/>
                </a:solidFill>
              </a:defRPr>
            </a:lvl8pPr>
            <a:lvl9pPr>
              <a:defRPr sz="3300" b="1">
                <a:solidFill>
                  <a:srgbClr val="141414"/>
                </a:solidFill>
              </a:defRPr>
            </a:lvl9pPr>
          </a:lstStyle>
          <a:p xmlns:a="http://schemas.openxmlformats.org/drawingml/2006/main">
            <a:pPr>
              <a:defRPr sz="3300" b="1">
                <a:solidFill>
                  <a:srgbClr val="141414"/>
                </a:solidFill>
              </a:defRPr>
            </a:pPr>
            <a:r>
              <a:rPr sz="3300" b="1">
                <a:solidFill>
                  <a:srgbClr val="141414"/>
                </a:solidFill>
              </a:rPr>
              <a:t>SEO técnico y datos estructurados</a:t>
            </a:r>
          </a:p>
        </p:txBody>
      </p:sp>
      <p:sp>
        <p:nvSpPr>
          <p:cNvPr id="2" name="">
            <a:extLst xmlns:a="http://schemas.openxmlformats.org/drawingml/2006/main">
              <a:ext uri="{FF2B5EF4-FFF2-40B4-BE49-F238E27FC236}">
                <a16:creationId xmlns:a16="http://schemas.microsoft.com/office/drawing/2014/main" id="{879ECDB9-9072-4FF9-BBF4-A5EBEBCBE605}"/>
              </a:ext>
            </a:extLst>
          </p:cNvPr>
          <p:cNvSpPr>
            <a:spLocks xmlns:a="http://schemas.openxmlformats.org/drawingml/2006/main" noGrp="1"/>
          </p:cNvSpPr>
          <p:nvPr/>
        </p:nvSpPr>
        <p:spPr>
          <a:xfrm xmlns:a="http://schemas.openxmlformats.org/drawingml/2006/main">
            <a:off x="11049000" y="62674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55555"/>
                </a:solidFill>
              </a:defRPr>
            </a:defPPr>
            <a:lvl1pPr>
              <a:defRPr sz="1275" b="0">
                <a:solidFill>
                  <a:srgbClr val="555555"/>
                </a:solidFill>
              </a:defRPr>
            </a:lvl1pPr>
            <a:lvl2pPr>
              <a:defRPr sz="1275" b="0">
                <a:solidFill>
                  <a:srgbClr val="555555"/>
                </a:solidFill>
              </a:defRPr>
            </a:lvl2pPr>
            <a:lvl3pPr>
              <a:defRPr sz="1275" b="0">
                <a:solidFill>
                  <a:srgbClr val="555555"/>
                </a:solidFill>
              </a:defRPr>
            </a:lvl3pPr>
            <a:lvl4pPr>
              <a:defRPr sz="1275" b="0">
                <a:solidFill>
                  <a:srgbClr val="555555"/>
                </a:solidFill>
              </a:defRPr>
            </a:lvl4pPr>
            <a:lvl5pPr>
              <a:defRPr sz="1275" b="0">
                <a:solidFill>
                  <a:srgbClr val="555555"/>
                </a:solidFill>
              </a:defRPr>
            </a:lvl5pPr>
            <a:lvl6pPr>
              <a:defRPr sz="1275" b="0">
                <a:solidFill>
                  <a:srgbClr val="555555"/>
                </a:solidFill>
              </a:defRPr>
            </a:lvl6pPr>
            <a:lvl7pPr>
              <a:defRPr sz="1275" b="0">
                <a:solidFill>
                  <a:srgbClr val="555555"/>
                </a:solidFill>
              </a:defRPr>
            </a:lvl7pPr>
            <a:lvl8pPr>
              <a:defRPr sz="1275" b="0">
                <a:solidFill>
                  <a:srgbClr val="555555"/>
                </a:solidFill>
              </a:defRPr>
            </a:lvl8pPr>
            <a:lvl9pPr>
              <a:defRPr sz="1275" b="0">
                <a:solidFill>
                  <a:srgbClr val="555555"/>
                </a:solidFill>
              </a:defRPr>
            </a:lvl9pPr>
          </a:lstStyle>
          <a:p xmlns:a="http://schemas.openxmlformats.org/drawingml/2006/main">
            <a:pPr>
              <a:defRPr sz="1275" b="0">
                <a:solidFill>
                  <a:srgbClr val="555555"/>
                </a:solidFill>
              </a:defRPr>
            </a:pPr>
            <a:r>
              <a:rPr sz="1275" b="0">
                <a:solidFill>
                  <a:srgbClr val="555555"/>
                </a:solidFill>
              </a:rPr>
              <a:t>08</a:t>
            </a:r>
          </a:p>
        </p:txBody>
      </p:sp>
      <p:sp>
        <p:nvSpPr>
          <p:cNvPr id="3" name="">
            <a:extLst xmlns:a="http://schemas.openxmlformats.org/drawingml/2006/main">
              <a:ext uri="{FF2B5EF4-FFF2-40B4-BE49-F238E27FC236}">
                <a16:creationId xmlns:a16="http://schemas.microsoft.com/office/drawing/2014/main" id="{F5C77365-C122-4BC5-8209-3DE687D0ED86}"/>
              </a:ext>
            </a:extLst>
          </p:cNvPr>
          <p:cNvSpPr>
            <a:spLocks xmlns:a="http://schemas.openxmlformats.org/drawingml/2006/main" noGrp="1"/>
          </p:cNvSpPr>
          <p:nvPr/>
        </p:nvSpPr>
        <p:spPr>
          <a:xfrm xmlns:a="http://schemas.openxmlformats.org/drawingml/2006/main">
            <a:off x="609600" y="1857375"/>
            <a:ext cx="266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150" b="1">
                <a:solidFill>
                  <a:srgbClr val="F58200"/>
                </a:solidFill>
              </a:defRPr>
            </a:defPPr>
            <a:lvl1pPr>
              <a:defRPr sz="6150" b="1">
                <a:solidFill>
                  <a:srgbClr val="F58200"/>
                </a:solidFill>
              </a:defRPr>
            </a:lvl1pPr>
            <a:lvl2pPr>
              <a:defRPr sz="6150" b="1">
                <a:solidFill>
                  <a:srgbClr val="F58200"/>
                </a:solidFill>
              </a:defRPr>
            </a:lvl2pPr>
            <a:lvl3pPr>
              <a:defRPr sz="6150" b="1">
                <a:solidFill>
                  <a:srgbClr val="F58200"/>
                </a:solidFill>
              </a:defRPr>
            </a:lvl3pPr>
            <a:lvl4pPr>
              <a:defRPr sz="6150" b="1">
                <a:solidFill>
                  <a:srgbClr val="F58200"/>
                </a:solidFill>
              </a:defRPr>
            </a:lvl4pPr>
            <a:lvl5pPr>
              <a:defRPr sz="6150" b="1">
                <a:solidFill>
                  <a:srgbClr val="F58200"/>
                </a:solidFill>
              </a:defRPr>
            </a:lvl5pPr>
            <a:lvl6pPr>
              <a:defRPr sz="6150" b="1">
                <a:solidFill>
                  <a:srgbClr val="F58200"/>
                </a:solidFill>
              </a:defRPr>
            </a:lvl6pPr>
            <a:lvl7pPr>
              <a:defRPr sz="6150" b="1">
                <a:solidFill>
                  <a:srgbClr val="F58200"/>
                </a:solidFill>
              </a:defRPr>
            </a:lvl7pPr>
            <a:lvl8pPr>
              <a:defRPr sz="6150" b="1">
                <a:solidFill>
                  <a:srgbClr val="F58200"/>
                </a:solidFill>
              </a:defRPr>
            </a:lvl8pPr>
            <a:lvl9pPr>
              <a:defRPr sz="6150" b="1">
                <a:solidFill>
                  <a:srgbClr val="F58200"/>
                </a:solidFill>
              </a:defRPr>
            </a:lvl9pPr>
          </a:lstStyle>
          <a:p xmlns:a="http://schemas.openxmlformats.org/drawingml/2006/main">
            <a:pPr>
              <a:defRPr sz="6150" b="1">
                <a:solidFill>
                  <a:srgbClr val="F58200"/>
                </a:solidFill>
              </a:defRPr>
            </a:pPr>
            <a:r>
              <a:rPr sz="6150" b="1">
                <a:solidFill>
                  <a:srgbClr val="F58200"/>
                </a:solidFill>
              </a:rPr>
              <a:t>100</a:t>
            </a:r>
          </a:p>
        </p:txBody>
      </p:sp>
      <p:sp>
        <p:nvSpPr>
          <p:cNvPr id="4" name="">
            <a:extLst xmlns:a="http://schemas.openxmlformats.org/drawingml/2006/main">
              <a:ext uri="{FF2B5EF4-FFF2-40B4-BE49-F238E27FC236}">
                <a16:creationId xmlns:a16="http://schemas.microsoft.com/office/drawing/2014/main" id="{44BDEFE7-DAEA-4357-97E0-7D232C8E8F0C}"/>
              </a:ext>
            </a:extLst>
          </p:cNvPr>
          <p:cNvSpPr>
            <a:spLocks xmlns:a="http://schemas.openxmlformats.org/drawingml/2006/main" noGrp="1"/>
          </p:cNvSpPr>
          <p:nvPr/>
        </p:nvSpPr>
        <p:spPr>
          <a:xfrm xmlns:a="http://schemas.openxmlformats.org/drawingml/2006/main">
            <a:off x="628650" y="2971800"/>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1414"/>
                </a:solidFill>
              </a:defRPr>
            </a:defPPr>
            <a:lvl1pPr>
              <a:defRPr sz="2175" b="0">
                <a:solidFill>
                  <a:srgbClr val="141414"/>
                </a:solidFill>
              </a:defRPr>
            </a:lvl1pPr>
            <a:lvl2pPr>
              <a:defRPr sz="2175" b="0">
                <a:solidFill>
                  <a:srgbClr val="141414"/>
                </a:solidFill>
              </a:defRPr>
            </a:lvl2pPr>
            <a:lvl3pPr>
              <a:defRPr sz="2175" b="0">
                <a:solidFill>
                  <a:srgbClr val="141414"/>
                </a:solidFill>
              </a:defRPr>
            </a:lvl3pPr>
            <a:lvl4pPr>
              <a:defRPr sz="2175" b="0">
                <a:solidFill>
                  <a:srgbClr val="141414"/>
                </a:solidFill>
              </a:defRPr>
            </a:lvl4pPr>
            <a:lvl5pPr>
              <a:defRPr sz="2175" b="0">
                <a:solidFill>
                  <a:srgbClr val="141414"/>
                </a:solidFill>
              </a:defRPr>
            </a:lvl5pPr>
            <a:lvl6pPr>
              <a:defRPr sz="2175" b="0">
                <a:solidFill>
                  <a:srgbClr val="141414"/>
                </a:solidFill>
              </a:defRPr>
            </a:lvl6pPr>
            <a:lvl7pPr>
              <a:defRPr sz="2175" b="0">
                <a:solidFill>
                  <a:srgbClr val="141414"/>
                </a:solidFill>
              </a:defRPr>
            </a:lvl7pPr>
            <a:lvl8pPr>
              <a:defRPr sz="2175" b="0">
                <a:solidFill>
                  <a:srgbClr val="141414"/>
                </a:solidFill>
              </a:defRPr>
            </a:lvl8pPr>
            <a:lvl9pPr>
              <a:defRPr sz="2175" b="0">
                <a:solidFill>
                  <a:srgbClr val="141414"/>
                </a:solidFill>
              </a:defRPr>
            </a:lvl9pPr>
          </a:lstStyle>
          <a:p xmlns:a="http://schemas.openxmlformats.org/drawingml/2006/main">
            <a:pPr>
              <a:defRPr sz="2175" b="0">
                <a:solidFill>
                  <a:srgbClr val="141414"/>
                </a:solidFill>
              </a:defRPr>
            </a:pPr>
            <a:r>
              <a:rPr sz="2175" b="0">
                <a:solidFill>
                  <a:srgbClr val="141414"/>
                </a:solidFill>
              </a:rPr>
              <a:t>SEO en cuatro plantillas</a:t>
            </a:r>
          </a:p>
        </p:txBody>
      </p:sp>
      <p:sp>
        <p:nvSpPr>
          <p:cNvPr id="5" name="">
            <a:extLst xmlns:a="http://schemas.openxmlformats.org/drawingml/2006/main">
              <a:ext uri="{FF2B5EF4-FFF2-40B4-BE49-F238E27FC236}">
                <a16:creationId xmlns:a16="http://schemas.microsoft.com/office/drawing/2014/main" id="{90D2B21D-9447-4E4A-8AA7-8E78E431804A}"/>
              </a:ext>
            </a:extLst>
          </p:cNvPr>
          <p:cNvSpPr>
            <a:spLocks xmlns:a="http://schemas.openxmlformats.org/drawingml/2006/main" noGrp="1"/>
          </p:cNvSpPr>
          <p:nvPr/>
        </p:nvSpPr>
        <p:spPr>
          <a:xfrm xmlns:a="http://schemas.openxmlformats.org/drawingml/2006/main">
            <a:off x="6477000" y="1857375"/>
            <a:ext cx="266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150" b="1">
                <a:solidFill>
                  <a:srgbClr val="F58200"/>
                </a:solidFill>
              </a:defRPr>
            </a:defPPr>
            <a:lvl1pPr>
              <a:defRPr sz="6150" b="1">
                <a:solidFill>
                  <a:srgbClr val="F58200"/>
                </a:solidFill>
              </a:defRPr>
            </a:lvl1pPr>
            <a:lvl2pPr>
              <a:defRPr sz="6150" b="1">
                <a:solidFill>
                  <a:srgbClr val="F58200"/>
                </a:solidFill>
              </a:defRPr>
            </a:lvl2pPr>
            <a:lvl3pPr>
              <a:defRPr sz="6150" b="1">
                <a:solidFill>
                  <a:srgbClr val="F58200"/>
                </a:solidFill>
              </a:defRPr>
            </a:lvl3pPr>
            <a:lvl4pPr>
              <a:defRPr sz="6150" b="1">
                <a:solidFill>
                  <a:srgbClr val="F58200"/>
                </a:solidFill>
              </a:defRPr>
            </a:lvl4pPr>
            <a:lvl5pPr>
              <a:defRPr sz="6150" b="1">
                <a:solidFill>
                  <a:srgbClr val="F58200"/>
                </a:solidFill>
              </a:defRPr>
            </a:lvl5pPr>
            <a:lvl6pPr>
              <a:defRPr sz="6150" b="1">
                <a:solidFill>
                  <a:srgbClr val="F58200"/>
                </a:solidFill>
              </a:defRPr>
            </a:lvl6pPr>
            <a:lvl7pPr>
              <a:defRPr sz="6150" b="1">
                <a:solidFill>
                  <a:srgbClr val="F58200"/>
                </a:solidFill>
              </a:defRPr>
            </a:lvl7pPr>
            <a:lvl8pPr>
              <a:defRPr sz="6150" b="1">
                <a:solidFill>
                  <a:srgbClr val="F58200"/>
                </a:solidFill>
              </a:defRPr>
            </a:lvl8pPr>
            <a:lvl9pPr>
              <a:defRPr sz="6150" b="1">
                <a:solidFill>
                  <a:srgbClr val="F58200"/>
                </a:solidFill>
              </a:defRPr>
            </a:lvl9pPr>
          </a:lstStyle>
          <a:p xmlns:a="http://schemas.openxmlformats.org/drawingml/2006/main">
            <a:pPr>
              <a:defRPr sz="6150" b="1">
                <a:solidFill>
                  <a:srgbClr val="F58200"/>
                </a:solidFill>
              </a:defRPr>
            </a:pPr>
            <a:r>
              <a:rPr sz="6150" b="1">
                <a:solidFill>
                  <a:srgbClr val="F58200"/>
                </a:solidFill>
              </a:rPr>
              <a:t>92</a:t>
            </a:r>
          </a:p>
        </p:txBody>
      </p:sp>
      <p:sp>
        <p:nvSpPr>
          <p:cNvPr id="6" name="">
            <a:extLst xmlns:a="http://schemas.openxmlformats.org/drawingml/2006/main">
              <a:ext uri="{FF2B5EF4-FFF2-40B4-BE49-F238E27FC236}">
                <a16:creationId xmlns:a16="http://schemas.microsoft.com/office/drawing/2014/main" id="{4C6B7277-F9E6-4B06-A2EB-6B69A48904F1}"/>
              </a:ext>
            </a:extLst>
          </p:cNvPr>
          <p:cNvSpPr>
            <a:spLocks xmlns:a="http://schemas.openxmlformats.org/drawingml/2006/main" noGrp="1"/>
          </p:cNvSpPr>
          <p:nvPr/>
        </p:nvSpPr>
        <p:spPr>
          <a:xfrm xmlns:a="http://schemas.openxmlformats.org/drawingml/2006/main">
            <a:off x="6496050" y="2971800"/>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1414"/>
                </a:solidFill>
              </a:defRPr>
            </a:defPPr>
            <a:lvl1pPr>
              <a:defRPr sz="2175" b="0">
                <a:solidFill>
                  <a:srgbClr val="141414"/>
                </a:solidFill>
              </a:defRPr>
            </a:lvl1pPr>
            <a:lvl2pPr>
              <a:defRPr sz="2175" b="0">
                <a:solidFill>
                  <a:srgbClr val="141414"/>
                </a:solidFill>
              </a:defRPr>
            </a:lvl2pPr>
            <a:lvl3pPr>
              <a:defRPr sz="2175" b="0">
                <a:solidFill>
                  <a:srgbClr val="141414"/>
                </a:solidFill>
              </a:defRPr>
            </a:lvl3pPr>
            <a:lvl4pPr>
              <a:defRPr sz="2175" b="0">
                <a:solidFill>
                  <a:srgbClr val="141414"/>
                </a:solidFill>
              </a:defRPr>
            </a:lvl4pPr>
            <a:lvl5pPr>
              <a:defRPr sz="2175" b="0">
                <a:solidFill>
                  <a:srgbClr val="141414"/>
                </a:solidFill>
              </a:defRPr>
            </a:lvl5pPr>
            <a:lvl6pPr>
              <a:defRPr sz="2175" b="0">
                <a:solidFill>
                  <a:srgbClr val="141414"/>
                </a:solidFill>
              </a:defRPr>
            </a:lvl6pPr>
            <a:lvl7pPr>
              <a:defRPr sz="2175" b="0">
                <a:solidFill>
                  <a:srgbClr val="141414"/>
                </a:solidFill>
              </a:defRPr>
            </a:lvl7pPr>
            <a:lvl8pPr>
              <a:defRPr sz="2175" b="0">
                <a:solidFill>
                  <a:srgbClr val="141414"/>
                </a:solidFill>
              </a:defRPr>
            </a:lvl8pPr>
            <a:lvl9pPr>
              <a:defRPr sz="2175" b="0">
                <a:solidFill>
                  <a:srgbClr val="141414"/>
                </a:solidFill>
              </a:defRPr>
            </a:lvl9pPr>
          </a:lstStyle>
          <a:p xmlns:a="http://schemas.openxmlformats.org/drawingml/2006/main">
            <a:pPr>
              <a:defRPr sz="2175" b="0">
                <a:solidFill>
                  <a:srgbClr val="141414"/>
                </a:solidFill>
              </a:defRPr>
            </a:pPr>
            <a:r>
              <a:rPr sz="2175" b="0">
                <a:solidFill>
                  <a:srgbClr val="141414"/>
                </a:solidFill>
              </a:rPr>
              <a:t>SEO en Proyectos</a:t>
            </a:r>
          </a:p>
        </p:txBody>
      </p:sp>
      <p:sp>
        <p:nvSpPr>
          <p:cNvPr id="7" name="">
            <a:extLst xmlns:a="http://schemas.openxmlformats.org/drawingml/2006/main">
              <a:ext uri="{FF2B5EF4-FFF2-40B4-BE49-F238E27FC236}">
                <a16:creationId xmlns:a16="http://schemas.microsoft.com/office/drawing/2014/main" id="{CE4279B1-B7BC-4FF1-A4B7-C17C67EDE8D2}"/>
              </a:ext>
            </a:extLst>
          </p:cNvPr>
          <p:cNvSpPr>
            <a:spLocks xmlns:a="http://schemas.openxmlformats.org/drawingml/2006/main" noGrp="1"/>
          </p:cNvSpPr>
          <p:nvPr/>
        </p:nvSpPr>
        <p:spPr>
          <a:xfrm xmlns:a="http://schemas.openxmlformats.org/drawingml/2006/main">
            <a:off x="609600" y="39528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41414"/>
                </a:solidFill>
              </a:defRPr>
            </a:defPPr>
            <a:lvl1pPr>
              <a:defRPr sz="2250" b="1">
                <a:solidFill>
                  <a:srgbClr val="141414"/>
                </a:solidFill>
              </a:defRPr>
            </a:lvl1pPr>
            <a:lvl2pPr>
              <a:defRPr sz="2250" b="1">
                <a:solidFill>
                  <a:srgbClr val="141414"/>
                </a:solidFill>
              </a:defRPr>
            </a:lvl2pPr>
            <a:lvl3pPr>
              <a:defRPr sz="2250" b="1">
                <a:solidFill>
                  <a:srgbClr val="141414"/>
                </a:solidFill>
              </a:defRPr>
            </a:lvl3pPr>
            <a:lvl4pPr>
              <a:defRPr sz="2250" b="1">
                <a:solidFill>
                  <a:srgbClr val="141414"/>
                </a:solidFill>
              </a:defRPr>
            </a:lvl4pPr>
            <a:lvl5pPr>
              <a:defRPr sz="2250" b="1">
                <a:solidFill>
                  <a:srgbClr val="141414"/>
                </a:solidFill>
              </a:defRPr>
            </a:lvl5pPr>
            <a:lvl6pPr>
              <a:defRPr sz="2250" b="1">
                <a:solidFill>
                  <a:srgbClr val="141414"/>
                </a:solidFill>
              </a:defRPr>
            </a:lvl6pPr>
            <a:lvl7pPr>
              <a:defRPr sz="2250" b="1">
                <a:solidFill>
                  <a:srgbClr val="141414"/>
                </a:solidFill>
              </a:defRPr>
            </a:lvl7pPr>
            <a:lvl8pPr>
              <a:defRPr sz="2250" b="1">
                <a:solidFill>
                  <a:srgbClr val="141414"/>
                </a:solidFill>
              </a:defRPr>
            </a:lvl8pPr>
            <a:lvl9pPr>
              <a:defRPr sz="2250" b="1">
                <a:solidFill>
                  <a:srgbClr val="141414"/>
                </a:solidFill>
              </a:defRPr>
            </a:lvl9pPr>
          </a:lstStyle>
          <a:p xmlns:a="http://schemas.openxmlformats.org/drawingml/2006/main">
            <a:pPr>
              <a:defRPr sz="2250" b="1">
                <a:solidFill>
                  <a:srgbClr val="141414"/>
                </a:solidFill>
              </a:defRPr>
            </a:pPr>
            <a:r>
              <a:rPr sz="2250" b="1">
                <a:solidFill>
                  <a:srgbClr val="141414"/>
                </a:solidFill>
              </a:rPr>
              <a:t>El informe señala falta de metadescripción en Proyectos</a:t>
            </a:r>
          </a:p>
        </p:txBody>
      </p:sp>
      <p:sp>
        <p:nvSpPr>
          <p:cNvPr id="8" name="">
            <a:extLst xmlns:a="http://schemas.openxmlformats.org/drawingml/2006/main">
              <a:ext uri="{FF2B5EF4-FFF2-40B4-BE49-F238E27FC236}">
                <a16:creationId xmlns:a16="http://schemas.microsoft.com/office/drawing/2014/main" id="{46DECB59-B131-4D10-BC58-C86D57384B2F}"/>
              </a:ext>
            </a:extLst>
          </p:cNvPr>
          <p:cNvSpPr>
            <a:spLocks xmlns:a="http://schemas.openxmlformats.org/drawingml/2006/main" noGrp="1"/>
          </p:cNvSpPr>
          <p:nvPr/>
        </p:nvSpPr>
        <p:spPr>
          <a:xfrm xmlns:a="http://schemas.openxmlformats.org/drawingml/2006/main">
            <a:off x="609600" y="49530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555555"/>
                </a:solidFill>
              </a:defRPr>
            </a:defPPr>
            <a:lvl1pPr>
              <a:defRPr sz="2175" b="0">
                <a:solidFill>
                  <a:srgbClr val="555555"/>
                </a:solidFill>
              </a:defRPr>
            </a:lvl1pPr>
            <a:lvl2pPr>
              <a:defRPr sz="2175" b="0">
                <a:solidFill>
                  <a:srgbClr val="555555"/>
                </a:solidFill>
              </a:defRPr>
            </a:lvl2pPr>
            <a:lvl3pPr>
              <a:defRPr sz="2175" b="0">
                <a:solidFill>
                  <a:srgbClr val="555555"/>
                </a:solidFill>
              </a:defRPr>
            </a:lvl3pPr>
            <a:lvl4pPr>
              <a:defRPr sz="2175" b="0">
                <a:solidFill>
                  <a:srgbClr val="555555"/>
                </a:solidFill>
              </a:defRPr>
            </a:lvl4pPr>
            <a:lvl5pPr>
              <a:defRPr sz="2175" b="0">
                <a:solidFill>
                  <a:srgbClr val="555555"/>
                </a:solidFill>
              </a:defRPr>
            </a:lvl5pPr>
            <a:lvl6pPr>
              <a:defRPr sz="2175" b="0">
                <a:solidFill>
                  <a:srgbClr val="555555"/>
                </a:solidFill>
              </a:defRPr>
            </a:lvl6pPr>
            <a:lvl7pPr>
              <a:defRPr sz="2175" b="0">
                <a:solidFill>
                  <a:srgbClr val="555555"/>
                </a:solidFill>
              </a:defRPr>
            </a:lvl7pPr>
            <a:lvl8pPr>
              <a:defRPr sz="2175" b="0">
                <a:solidFill>
                  <a:srgbClr val="555555"/>
                </a:solidFill>
              </a:defRPr>
            </a:lvl8pPr>
            <a:lvl9pPr>
              <a:defRPr sz="2175" b="0">
                <a:solidFill>
                  <a:srgbClr val="555555"/>
                </a:solidFill>
              </a:defRPr>
            </a:lvl9pPr>
          </a:lstStyle>
          <a:p xmlns:a="http://schemas.openxmlformats.org/drawingml/2006/main">
            <a:pPr>
              <a:defRPr sz="2175" b="0">
                <a:solidFill>
                  <a:srgbClr val="555555"/>
                </a:solidFill>
              </a:defRPr>
            </a:pPr>
            <a:r>
              <a:rPr sz="2175" b="0">
                <a:solidFill>
                  <a:srgbClr val="555555"/>
                </a:solidFill>
              </a:rPr>
              <a:t>Resultados enriquecidos: pendiente de aportar</a:t>
            </a:r>
          </a:p>
          <a:p xmlns:a="http://schemas.openxmlformats.org/drawingml/2006/main">
            <a:pPr>
              <a:defRPr sz="2175" b="0">
                <a:solidFill>
                  <a:srgbClr val="555555"/>
                </a:solidFill>
              </a:defRPr>
            </a:pPr>
            <a:r>
              <a:rPr sz="2175" b="0">
                <a:solidFill>
                  <a:srgbClr val="555555"/>
                </a:solidFill>
              </a:rPr>
              <a:t>Tipos, errores y advertencias aún sin evidencia</a:t>
            </a:r>
          </a:p>
        </p:txBody>
      </p:sp>
    </p:spTree>
    <p:extLst>
      <p:ext uri="{BB962C8B-B14F-4D97-AF65-F5344CB8AC3E}">
        <p14:creationId xmlns:p14="http://schemas.microsoft.com/office/powerpoint/2010/main" val="58615131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FBE66AE-6E82-4337-8C71-E9FCEA1D0072}"/>
              </a:ext>
            </a:extLst>
          </p:cNvPr>
          <p:cNvSpPr>
            <a:spLocks xmlns:a="http://schemas.openxmlformats.org/drawingml/2006/main" noGrp="1"/>
          </p:cNvSpPr>
          <p:nvPr/>
        </p:nvSpPr>
        <p:spPr>
          <a:xfrm xmlns:a="http://schemas.openxmlformats.org/drawingml/2006/main">
            <a:off x="609600" y="4572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1414"/>
                </a:solidFill>
              </a:defRPr>
            </a:defPPr>
            <a:lvl1pPr>
              <a:defRPr sz="3300" b="1">
                <a:solidFill>
                  <a:srgbClr val="141414"/>
                </a:solidFill>
              </a:defRPr>
            </a:lvl1pPr>
            <a:lvl2pPr>
              <a:defRPr sz="3300" b="1">
                <a:solidFill>
                  <a:srgbClr val="141414"/>
                </a:solidFill>
              </a:defRPr>
            </a:lvl2pPr>
            <a:lvl3pPr>
              <a:defRPr sz="3300" b="1">
                <a:solidFill>
                  <a:srgbClr val="141414"/>
                </a:solidFill>
              </a:defRPr>
            </a:lvl3pPr>
            <a:lvl4pPr>
              <a:defRPr sz="3300" b="1">
                <a:solidFill>
                  <a:srgbClr val="141414"/>
                </a:solidFill>
              </a:defRPr>
            </a:lvl4pPr>
            <a:lvl5pPr>
              <a:defRPr sz="3300" b="1">
                <a:solidFill>
                  <a:srgbClr val="141414"/>
                </a:solidFill>
              </a:defRPr>
            </a:lvl5pPr>
            <a:lvl6pPr>
              <a:defRPr sz="3300" b="1">
                <a:solidFill>
                  <a:srgbClr val="141414"/>
                </a:solidFill>
              </a:defRPr>
            </a:lvl6pPr>
            <a:lvl7pPr>
              <a:defRPr sz="3300" b="1">
                <a:solidFill>
                  <a:srgbClr val="141414"/>
                </a:solidFill>
              </a:defRPr>
            </a:lvl7pPr>
            <a:lvl8pPr>
              <a:defRPr sz="3300" b="1">
                <a:solidFill>
                  <a:srgbClr val="141414"/>
                </a:solidFill>
              </a:defRPr>
            </a:lvl8pPr>
            <a:lvl9pPr>
              <a:defRPr sz="3300" b="1">
                <a:solidFill>
                  <a:srgbClr val="141414"/>
                </a:solidFill>
              </a:defRPr>
            </a:lvl9pPr>
          </a:lstStyle>
          <a:p xmlns:a="http://schemas.openxmlformats.org/drawingml/2006/main">
            <a:pPr>
              <a:defRPr sz="3300" b="1">
                <a:solidFill>
                  <a:srgbClr val="141414"/>
                </a:solidFill>
              </a:defRPr>
            </a:pPr>
            <a:r>
              <a:rPr sz="3300" b="1">
                <a:solidFill>
                  <a:srgbClr val="141414"/>
                </a:solidFill>
              </a:rPr>
              <a:t>Paso al dominio real</a:t>
            </a:r>
          </a:p>
        </p:txBody>
      </p:sp>
      <p:sp>
        <p:nvSpPr>
          <p:cNvPr id="2" name="">
            <a:extLst xmlns:a="http://schemas.openxmlformats.org/drawingml/2006/main">
              <a:ext uri="{FF2B5EF4-FFF2-40B4-BE49-F238E27FC236}">
                <a16:creationId xmlns:a16="http://schemas.microsoft.com/office/drawing/2014/main" id="{684EA1F9-87A6-4344-B643-E7E0CD58E1AD}"/>
              </a:ext>
            </a:extLst>
          </p:cNvPr>
          <p:cNvSpPr>
            <a:spLocks xmlns:a="http://schemas.openxmlformats.org/drawingml/2006/main" noGrp="1"/>
          </p:cNvSpPr>
          <p:nvPr/>
        </p:nvSpPr>
        <p:spPr>
          <a:xfrm xmlns:a="http://schemas.openxmlformats.org/drawingml/2006/main">
            <a:off x="11049000" y="62674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55555"/>
                </a:solidFill>
              </a:defRPr>
            </a:defPPr>
            <a:lvl1pPr>
              <a:defRPr sz="1275" b="0">
                <a:solidFill>
                  <a:srgbClr val="555555"/>
                </a:solidFill>
              </a:defRPr>
            </a:lvl1pPr>
            <a:lvl2pPr>
              <a:defRPr sz="1275" b="0">
                <a:solidFill>
                  <a:srgbClr val="555555"/>
                </a:solidFill>
              </a:defRPr>
            </a:lvl2pPr>
            <a:lvl3pPr>
              <a:defRPr sz="1275" b="0">
                <a:solidFill>
                  <a:srgbClr val="555555"/>
                </a:solidFill>
              </a:defRPr>
            </a:lvl3pPr>
            <a:lvl4pPr>
              <a:defRPr sz="1275" b="0">
                <a:solidFill>
                  <a:srgbClr val="555555"/>
                </a:solidFill>
              </a:defRPr>
            </a:lvl4pPr>
            <a:lvl5pPr>
              <a:defRPr sz="1275" b="0">
                <a:solidFill>
                  <a:srgbClr val="555555"/>
                </a:solidFill>
              </a:defRPr>
            </a:lvl5pPr>
            <a:lvl6pPr>
              <a:defRPr sz="1275" b="0">
                <a:solidFill>
                  <a:srgbClr val="555555"/>
                </a:solidFill>
              </a:defRPr>
            </a:lvl6pPr>
            <a:lvl7pPr>
              <a:defRPr sz="1275" b="0">
                <a:solidFill>
                  <a:srgbClr val="555555"/>
                </a:solidFill>
              </a:defRPr>
            </a:lvl7pPr>
            <a:lvl8pPr>
              <a:defRPr sz="1275" b="0">
                <a:solidFill>
                  <a:srgbClr val="555555"/>
                </a:solidFill>
              </a:defRPr>
            </a:lvl8pPr>
            <a:lvl9pPr>
              <a:defRPr sz="1275" b="0">
                <a:solidFill>
                  <a:srgbClr val="555555"/>
                </a:solidFill>
              </a:defRPr>
            </a:lvl9pPr>
          </a:lstStyle>
          <a:p xmlns:a="http://schemas.openxmlformats.org/drawingml/2006/main">
            <a:pPr>
              <a:defRPr sz="1275" b="0">
                <a:solidFill>
                  <a:srgbClr val="555555"/>
                </a:solidFill>
              </a:defRPr>
            </a:pPr>
            <a:r>
              <a:rPr sz="1275" b="0">
                <a:solidFill>
                  <a:srgbClr val="555555"/>
                </a:solidFill>
              </a:rPr>
              <a:t>09</a:t>
            </a:r>
          </a:p>
        </p:txBody>
      </p:sp>
      <p:graphicFrame>
        <p:nvGraphicFramePr>
          <p:cNvPr id="3" name="">
            <a:extLst xmlns:a="http://schemas.openxmlformats.org/drawingml/2006/main">
              <a:ext uri="{FF2B5EF4-FFF2-40B4-BE49-F238E27FC236}">
                <a16:creationId xmlns:a16="http://schemas.microsoft.com/office/drawing/2014/main" id="{6B47CD68-7781-4396-8823-4EB2DE63A8CD}"/>
              </a:ext>
            </a:extLst>
          </p:cNvPr>
          <p:cNvGraphicFramePr/>
          <p:nvPr/>
        </p:nvGraphicFramePr>
        <p:xfrm>
          <a:off xmlns:a="http://schemas.openxmlformats.org/drawingml/2006/main" x="609600" y="1905000"/>
          <a:ext xmlns:a="http://schemas.openxmlformats.org/drawingml/2006/main" cx="10972800" cy="3048000"/>
        </p:xfrm>
        <a:graphic xmlns:a="http://schemas.openxmlformats.org/drawingml/2006/main">
          <a:graphicData uri="http://schemas.openxmlformats.org/drawingml/2006/table">
            <a:tbl>
              <a:tblPr/>
              <a:tblGrid>
                <a:gridCol w="3657600"/>
                <a:gridCol w="3657600"/>
                <a:gridCol w="3657600"/>
              </a:tblGrid>
              <a:tr h="762000">
                <a:tc>
                  <a:txBody>
                    <a:bodyPr/>
                    <a:lstStyle/>
                    <a:p>
                      <a:r>
                        <a:rPr sz="1950" b="1">
                          <a:solidFill>
                            <a:srgbClr val="FFFFFF"/>
                          </a:solidFill>
                        </a:rPr>
                        <a:t>Antes del corte</a:t>
                      </a:r>
                    </a:p>
                  </a:txBody>
                  <a:tcPr marL="91440" marR="91440" marT="45720" marB="45720">
                    <a:solidFill>
                      <a:srgbClr val="141414"/>
                    </a:solidFill>
                  </a:tcPr>
                </a:tc>
                <a:tc>
                  <a:txBody>
                    <a:bodyPr/>
                    <a:lstStyle/>
                    <a:p>
                      <a:r>
                        <a:rPr sz="1950" b="1">
                          <a:solidFill>
                            <a:srgbClr val="FFFFFF"/>
                          </a:solidFill>
                        </a:rPr>
                        <a:t>Durante el corte</a:t>
                      </a:r>
                    </a:p>
                  </a:txBody>
                  <a:tcPr marL="91440" marR="91440" marT="45720" marB="45720">
                    <a:solidFill>
                      <a:srgbClr val="141414"/>
                    </a:solidFill>
                  </a:tcPr>
                </a:tc>
                <a:tc>
                  <a:txBody>
                    <a:bodyPr/>
                    <a:lstStyle/>
                    <a:p>
                      <a:r>
                        <a:rPr sz="1950" b="1">
                          <a:solidFill>
                            <a:srgbClr val="FFFFFF"/>
                          </a:solidFill>
                        </a:rPr>
                        <a:t>Después del corte</a:t>
                      </a:r>
                    </a:p>
                  </a:txBody>
                  <a:tcPr marL="91440" marR="91440" marT="45720" marB="45720">
                    <a:solidFill>
                      <a:srgbClr val="141414"/>
                    </a:solidFill>
                  </a:tcPr>
                </a:tc>
              </a:tr>
              <a:tr h="762000">
                <a:tc>
                  <a:txBody>
                    <a:bodyPr/>
                    <a:lstStyle/>
                    <a:p>
                      <a:r>
                        <a:rPr sz="1950" b="0">
                          <a:solidFill>
                            <a:srgbClr val="141414"/>
                          </a:solidFill>
                        </a:rPr>
                        <a:t>Copia recuperable</a:t>
                      </a:r>
                    </a:p>
                  </a:txBody>
                  <a:tcPr marL="91440" marR="91440" marT="45720" marB="45720">
                    <a:solidFill>
                      <a:srgbClr val="F4F4F4"/>
                    </a:solidFill>
                  </a:tcPr>
                </a:tc>
                <a:tc>
                  <a:txBody>
                    <a:bodyPr/>
                    <a:lstStyle/>
                    <a:p>
                      <a:r>
                        <a:rPr sz="1950" b="0">
                          <a:solidFill>
                            <a:srgbClr val="141414"/>
                          </a:solidFill>
                        </a:rPr>
                        <a:t>Migración privada de datos</a:t>
                      </a:r>
                    </a:p>
                  </a:txBody>
                  <a:tcPr marL="91440" marR="91440" marT="45720" marB="45720">
                    <a:solidFill>
                      <a:srgbClr val="F4F4F4"/>
                    </a:solidFill>
                  </a:tcPr>
                </a:tc>
                <a:tc>
                  <a:txBody>
                    <a:bodyPr/>
                    <a:lstStyle/>
                    <a:p>
                      <a:r>
                        <a:rPr sz="1950" b="0">
                          <a:solidFill>
                            <a:srgbClr val="141414"/>
                          </a:solidFill>
                        </a:rPr>
                        <a:t>Revisión pública</a:t>
                      </a:r>
                    </a:p>
                  </a:txBody>
                  <a:tcPr marL="91440" marR="91440" marT="45720" marB="45720">
                    <a:solidFill>
                      <a:srgbClr val="F4F4F4"/>
                    </a:solidFill>
                  </a:tcPr>
                </a:tc>
              </a:tr>
              <a:tr h="762000">
                <a:tc>
                  <a:txBody>
                    <a:bodyPr/>
                    <a:lstStyle/>
                    <a:p>
                      <a:r>
                        <a:rPr sz="1950" b="0">
                          <a:solidFill>
                            <a:srgbClr val="141414"/>
                          </a:solidFill>
                        </a:rPr>
                        <a:t>Dominio y correo</a:t>
                      </a:r>
                    </a:p>
                  </a:txBody>
                  <a:tcPr marL="91440" marR="91440" marT="45720" marB="45720">
                    <a:solidFill>
                      <a:srgbClr val="FFFFFF"/>
                    </a:solidFill>
                  </a:tcPr>
                </a:tc>
                <a:tc>
                  <a:txBody>
                    <a:bodyPr/>
                    <a:lstStyle/>
                    <a:p>
                      <a:r>
                        <a:rPr sz="1950" b="0">
                          <a:solidFill>
                            <a:srgbClr val="141414"/>
                          </a:solidFill>
                        </a:rPr>
                        <a:t>Medios y configuración</a:t>
                      </a:r>
                    </a:p>
                  </a:txBody>
                  <a:tcPr marL="91440" marR="91440" marT="45720" marB="45720">
                    <a:solidFill>
                      <a:srgbClr val="FFFFFF"/>
                    </a:solidFill>
                  </a:tcPr>
                </a:tc>
                <a:tc>
                  <a:txBody>
                    <a:bodyPr/>
                    <a:lstStyle/>
                    <a:p>
                      <a:r>
                        <a:rPr sz="1950" b="0">
                          <a:solidFill>
                            <a:srgbClr val="141414"/>
                          </a:solidFill>
                        </a:rPr>
                        <a:t>Caché, HTTP y SEO</a:t>
                      </a:r>
                    </a:p>
                  </a:txBody>
                  <a:tcPr marL="91440" marR="91440" marT="45720" marB="45720">
                    <a:solidFill>
                      <a:srgbClr val="FFFFFF"/>
                    </a:solidFill>
                  </a:tcPr>
                </a:tc>
              </a:tr>
              <a:tr h="762000">
                <a:tc>
                  <a:txBody>
                    <a:bodyPr/>
                    <a:lstStyle/>
                    <a:p>
                      <a:r>
                        <a:rPr sz="1950" b="0">
                          <a:solidFill>
                            <a:srgbClr val="141414"/>
                          </a:solidFill>
                        </a:rPr>
                        <a:t>Contenido definitivo</a:t>
                      </a:r>
                    </a:p>
                  </a:txBody>
                  <a:tcPr marL="91440" marR="91440" marT="45720" marB="45720">
                    <a:solidFill>
                      <a:srgbClr val="F4F4F4"/>
                    </a:solidFill>
                  </a:tcPr>
                </a:tc>
                <a:tc>
                  <a:txBody>
                    <a:bodyPr/>
                    <a:lstStyle/>
                    <a:p>
                      <a:r>
                        <a:rPr sz="1950" b="0">
                          <a:solidFill>
                            <a:srgbClr val="141414"/>
                          </a:solidFill>
                        </a:rPr>
                        <a:t>Redirecciones previstas</a:t>
                      </a:r>
                    </a:p>
                  </a:txBody>
                  <a:tcPr marL="91440" marR="91440" marT="45720" marB="45720">
                    <a:solidFill>
                      <a:srgbClr val="F4F4F4"/>
                    </a:solidFill>
                  </a:tcPr>
                </a:tc>
                <a:tc>
                  <a:txBody>
                    <a:bodyPr/>
                    <a:lstStyle/>
                    <a:p>
                      <a:r>
                        <a:rPr sz="1950" b="0">
                          <a:solidFill>
                            <a:srgbClr val="141414"/>
                          </a:solidFill>
                        </a:rPr>
                        <a:t>Seguimiento y vuelta atrás</a:t>
                      </a:r>
                    </a:p>
                  </a:txBody>
                  <a:tcPr marL="91440" marR="91440" marT="45720" marB="45720">
                    <a:solidFill>
                      <a:srgbClr val="F4F4F4"/>
                    </a:solidFill>
                  </a:tcPr>
                </a:tc>
              </a:tr>
            </a:tbl>
          </a:graphicData>
        </a:graphic>
      </p:graphicFrame>
      <p:sp>
        <p:nvSpPr>
          <p:cNvPr id="4" name="">
            <a:extLst xmlns:a="http://schemas.openxmlformats.org/drawingml/2006/main">
              <a:ext uri="{FF2B5EF4-FFF2-40B4-BE49-F238E27FC236}">
                <a16:creationId xmlns:a16="http://schemas.microsoft.com/office/drawing/2014/main" id="{3CEEBC13-06F0-48A5-9869-A8135BAD133B}"/>
              </a:ext>
            </a:extLst>
          </p:cNvPr>
          <p:cNvSpPr>
            <a:spLocks xmlns:a="http://schemas.openxmlformats.org/drawingml/2006/main" noGrp="1"/>
          </p:cNvSpPr>
          <p:nvPr/>
        </p:nvSpPr>
        <p:spPr>
          <a:xfrm xmlns:a="http://schemas.openxmlformats.org/drawingml/2006/main">
            <a:off x="609600" y="547687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F58200"/>
                </a:solidFill>
              </a:defRPr>
            </a:defPPr>
            <a:lvl1pPr>
              <a:defRPr sz="2325" b="1">
                <a:solidFill>
                  <a:srgbClr val="F58200"/>
                </a:solidFill>
              </a:defRPr>
            </a:lvl1pPr>
            <a:lvl2pPr>
              <a:defRPr sz="2325" b="1">
                <a:solidFill>
                  <a:srgbClr val="F58200"/>
                </a:solidFill>
              </a:defRPr>
            </a:lvl2pPr>
            <a:lvl3pPr>
              <a:defRPr sz="2325" b="1">
                <a:solidFill>
                  <a:srgbClr val="F58200"/>
                </a:solidFill>
              </a:defRPr>
            </a:lvl3pPr>
            <a:lvl4pPr>
              <a:defRPr sz="2325" b="1">
                <a:solidFill>
                  <a:srgbClr val="F58200"/>
                </a:solidFill>
              </a:defRPr>
            </a:lvl4pPr>
            <a:lvl5pPr>
              <a:defRPr sz="2325" b="1">
                <a:solidFill>
                  <a:srgbClr val="F58200"/>
                </a:solidFill>
              </a:defRPr>
            </a:lvl5pPr>
            <a:lvl6pPr>
              <a:defRPr sz="2325" b="1">
                <a:solidFill>
                  <a:srgbClr val="F58200"/>
                </a:solidFill>
              </a:defRPr>
            </a:lvl6pPr>
            <a:lvl7pPr>
              <a:defRPr sz="2325" b="1">
                <a:solidFill>
                  <a:srgbClr val="F58200"/>
                </a:solidFill>
              </a:defRPr>
            </a:lvl7pPr>
            <a:lvl8pPr>
              <a:defRPr sz="2325" b="1">
                <a:solidFill>
                  <a:srgbClr val="F58200"/>
                </a:solidFill>
              </a:defRPr>
            </a:lvl8pPr>
            <a:lvl9pPr>
              <a:defRPr sz="2325" b="1">
                <a:solidFill>
                  <a:srgbClr val="F58200"/>
                </a:solidFill>
              </a:defRPr>
            </a:lvl9pPr>
          </a:lstStyle>
          <a:p xmlns:a="http://schemas.openxmlformats.org/drawingml/2006/main">
            <a:pPr>
              <a:defRPr sz="2325" b="1">
                <a:solidFill>
                  <a:srgbClr val="F58200"/>
                </a:solidFill>
              </a:defRPr>
            </a:pPr>
            <a:r>
              <a:rPr sz="2325" b="1">
                <a:solidFill>
                  <a:srgbClr val="F58200"/>
                </a:solidFill>
              </a:rPr>
              <a:t>Estado actual: servidor de pruebas. Lanzamiento pendiente</a:t>
            </a:r>
          </a:p>
        </p:txBody>
      </p:sp>
    </p:spTree>
    <p:extLst>
      <p:ext uri="{BB962C8B-B14F-4D97-AF65-F5344CB8AC3E}">
        <p14:creationId xmlns:p14="http://schemas.microsoft.com/office/powerpoint/2010/main" val="1354840685"/>
      </p:ext>
    </p:extLst>
  </p:cSld>
</p:sld>
</file>

<file path=ppt/slides/slide10.xml><?xml version="1.0" encoding="utf-8"?>
<p:sld xmlns:p="http://schemas.openxmlformats.org/presentationml/2006/main">
  <p:cSld>
    <p:bg>
      <p:bgPr>
        <a:solidFill xmlns:a="http://schemas.openxmlformats.org/drawingml/2006/main">
          <a:srgbClr val="141414"/>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D835046-09D8-4899-9E69-48745904470D}"/>
              </a:ext>
            </a:extLst>
          </p:cNvPr>
          <p:cNvSpPr>
            <a:spLocks xmlns:a="http://schemas.openxmlformats.org/drawingml/2006/main" noGrp="1"/>
          </p:cNvSpPr>
          <p:nvPr/>
        </p:nvSpPr>
        <p:spPr>
          <a:xfrm xmlns:a="http://schemas.openxmlformats.org/drawingml/2006/main">
            <a:off x="609600" y="4572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FFFFF"/>
                </a:solidFill>
              </a:defRPr>
            </a:defPPr>
            <a:lvl1pPr>
              <a:defRPr sz="3300" b="1">
                <a:solidFill>
                  <a:srgbClr val="FFFFFF"/>
                </a:solidFill>
              </a:defRPr>
            </a:lvl1pPr>
            <a:lvl2pPr>
              <a:defRPr sz="3300" b="1">
                <a:solidFill>
                  <a:srgbClr val="FFFFFF"/>
                </a:solidFill>
              </a:defRPr>
            </a:lvl2pPr>
            <a:lvl3pPr>
              <a:defRPr sz="3300" b="1">
                <a:solidFill>
                  <a:srgbClr val="FFFFFF"/>
                </a:solidFill>
              </a:defRPr>
            </a:lvl3pPr>
            <a:lvl4pPr>
              <a:defRPr sz="3300" b="1">
                <a:solidFill>
                  <a:srgbClr val="FFFFFF"/>
                </a:solidFill>
              </a:defRPr>
            </a:lvl4pPr>
            <a:lvl5pPr>
              <a:defRPr sz="3300" b="1">
                <a:solidFill>
                  <a:srgbClr val="FFFFFF"/>
                </a:solidFill>
              </a:defRPr>
            </a:lvl5pPr>
            <a:lvl6pPr>
              <a:defRPr sz="3300" b="1">
                <a:solidFill>
                  <a:srgbClr val="FFFFFF"/>
                </a:solidFill>
              </a:defRPr>
            </a:lvl6pPr>
            <a:lvl7pPr>
              <a:defRPr sz="3300" b="1">
                <a:solidFill>
                  <a:srgbClr val="FFFFFF"/>
                </a:solidFill>
              </a:defRPr>
            </a:lvl7pPr>
            <a:lvl8pPr>
              <a:defRPr sz="3300" b="1">
                <a:solidFill>
                  <a:srgbClr val="FFFFFF"/>
                </a:solidFill>
              </a:defRPr>
            </a:lvl8pPr>
            <a:lvl9pPr>
              <a:defRPr sz="3300" b="1">
                <a:solidFill>
                  <a:srgbClr val="FFFFFF"/>
                </a:solidFill>
              </a:defRPr>
            </a:lvl9pPr>
          </a:lstStyle>
          <a:p xmlns:a="http://schemas.openxmlformats.org/drawingml/2006/main">
            <a:pPr>
              <a:defRPr sz="3300" b="1">
                <a:solidFill>
                  <a:srgbClr val="FFFFFF"/>
                </a:solidFill>
              </a:defRPr>
            </a:pPr>
            <a:r>
              <a:rPr sz="3300" b="1">
                <a:solidFill>
                  <a:srgbClr val="FFFFFF"/>
                </a:solidFill>
              </a:rPr>
              <a:t>Qué hemos conseguido y qué sigue</a:t>
            </a:r>
          </a:p>
        </p:txBody>
      </p:sp>
      <p:sp>
        <p:nvSpPr>
          <p:cNvPr id="2" name="">
            <a:extLst xmlns:a="http://schemas.openxmlformats.org/drawingml/2006/main">
              <a:ext uri="{FF2B5EF4-FFF2-40B4-BE49-F238E27FC236}">
                <a16:creationId xmlns:a16="http://schemas.microsoft.com/office/drawing/2014/main" id="{D8010C38-D0C4-48F0-B93C-76D3228DCA46}"/>
              </a:ext>
            </a:extLst>
          </p:cNvPr>
          <p:cNvSpPr>
            <a:spLocks xmlns:a="http://schemas.openxmlformats.org/drawingml/2006/main" noGrp="1"/>
          </p:cNvSpPr>
          <p:nvPr/>
        </p:nvSpPr>
        <p:spPr>
          <a:xfrm xmlns:a="http://schemas.openxmlformats.org/drawingml/2006/main">
            <a:off x="11049000" y="62674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FFFFFF"/>
                </a:solidFill>
              </a:defRPr>
            </a:defPPr>
            <a:lvl1pPr>
              <a:defRPr sz="1275" b="0">
                <a:solidFill>
                  <a:srgbClr val="FFFFFF"/>
                </a:solidFill>
              </a:defRPr>
            </a:lvl1pPr>
            <a:lvl2pPr>
              <a:defRPr sz="1275" b="0">
                <a:solidFill>
                  <a:srgbClr val="FFFFFF"/>
                </a:solidFill>
              </a:defRPr>
            </a:lvl2pPr>
            <a:lvl3pPr>
              <a:defRPr sz="1275" b="0">
                <a:solidFill>
                  <a:srgbClr val="FFFFFF"/>
                </a:solidFill>
              </a:defRPr>
            </a:lvl3pPr>
            <a:lvl4pPr>
              <a:defRPr sz="1275" b="0">
                <a:solidFill>
                  <a:srgbClr val="FFFFFF"/>
                </a:solidFill>
              </a:defRPr>
            </a:lvl4pPr>
            <a:lvl5pPr>
              <a:defRPr sz="1275" b="0">
                <a:solidFill>
                  <a:srgbClr val="FFFFFF"/>
                </a:solidFill>
              </a:defRPr>
            </a:lvl5pPr>
            <a:lvl6pPr>
              <a:defRPr sz="1275" b="0">
                <a:solidFill>
                  <a:srgbClr val="FFFFFF"/>
                </a:solidFill>
              </a:defRPr>
            </a:lvl6pPr>
            <a:lvl7pPr>
              <a:defRPr sz="1275" b="0">
                <a:solidFill>
                  <a:srgbClr val="FFFFFF"/>
                </a:solidFill>
              </a:defRPr>
            </a:lvl7pPr>
            <a:lvl8pPr>
              <a:defRPr sz="1275" b="0">
                <a:solidFill>
                  <a:srgbClr val="FFFFFF"/>
                </a:solidFill>
              </a:defRPr>
            </a:lvl8pPr>
            <a:lvl9pPr>
              <a:defRPr sz="1275" b="0">
                <a:solidFill>
                  <a:srgbClr val="FFFFFF"/>
                </a:solidFill>
              </a:defRPr>
            </a:lvl9pPr>
          </a:lstStyle>
          <a:p xmlns:a="http://schemas.openxmlformats.org/drawingml/2006/main">
            <a:pPr>
              <a:defRPr sz="1275" b="0">
                <a:solidFill>
                  <a:srgbClr val="FFFFFF"/>
                </a:solidFill>
              </a:defRPr>
            </a:pPr>
            <a:r>
              <a:rPr sz="1275" b="0">
                <a:solidFill>
                  <a:srgbClr val="FFFFFF"/>
                </a:solidFill>
              </a:rPr>
              <a:t>10</a:t>
            </a:r>
          </a:p>
        </p:txBody>
      </p:sp>
      <p:sp>
        <p:nvSpPr>
          <p:cNvPr id="3" name="">
            <a:extLst xmlns:a="http://schemas.openxmlformats.org/drawingml/2006/main">
              <a:ext uri="{FF2B5EF4-FFF2-40B4-BE49-F238E27FC236}">
                <a16:creationId xmlns:a16="http://schemas.microsoft.com/office/drawing/2014/main" id="{69886AB4-8F19-4451-A444-7C6E8806F010}"/>
              </a:ext>
            </a:extLst>
          </p:cNvPr>
          <p:cNvSpPr>
            <a:spLocks xmlns:a="http://schemas.openxmlformats.org/drawingml/2006/main" noGrp="1"/>
          </p:cNvSpPr>
          <p:nvPr/>
        </p:nvSpPr>
        <p:spPr>
          <a:xfrm xmlns:a="http://schemas.openxmlformats.org/drawingml/2006/main">
            <a:off x="609600" y="1905000"/>
            <a:ext cx="10477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FFFFF"/>
                </a:solidFill>
              </a:defRPr>
            </a:defPPr>
            <a:lvl1pPr>
              <a:defRPr sz="3600" b="1">
                <a:solidFill>
                  <a:srgbClr val="FFFFFF"/>
                </a:solidFill>
              </a:defRPr>
            </a:lvl1pPr>
            <a:lvl2pPr>
              <a:defRPr sz="3600" b="1">
                <a:solidFill>
                  <a:srgbClr val="FFFFFF"/>
                </a:solidFill>
              </a:defRPr>
            </a:lvl2pPr>
            <a:lvl3pPr>
              <a:defRPr sz="3600" b="1">
                <a:solidFill>
                  <a:srgbClr val="FFFFFF"/>
                </a:solidFill>
              </a:defRPr>
            </a:lvl3pPr>
            <a:lvl4pPr>
              <a:defRPr sz="3600" b="1">
                <a:solidFill>
                  <a:srgbClr val="FFFFFF"/>
                </a:solidFill>
              </a:defRPr>
            </a:lvl4pPr>
            <a:lvl5pPr>
              <a:defRPr sz="3600" b="1">
                <a:solidFill>
                  <a:srgbClr val="FFFFFF"/>
                </a:solidFill>
              </a:defRPr>
            </a:lvl5pPr>
            <a:lvl6pPr>
              <a:defRPr sz="3600" b="1">
                <a:solidFill>
                  <a:srgbClr val="FFFFFF"/>
                </a:solidFill>
              </a:defRPr>
            </a:lvl6pPr>
            <a:lvl7pPr>
              <a:defRPr sz="3600" b="1">
                <a:solidFill>
                  <a:srgbClr val="FFFFFF"/>
                </a:solidFill>
              </a:defRPr>
            </a:lvl7pPr>
            <a:lvl8pPr>
              <a:defRPr sz="3600" b="1">
                <a:solidFill>
                  <a:srgbClr val="FFFFFF"/>
                </a:solidFill>
              </a:defRPr>
            </a:lvl8pPr>
            <a:lvl9pPr>
              <a:defRPr sz="3600" b="1">
                <a:solidFill>
                  <a:srgbClr val="FFFFFF"/>
                </a:solidFill>
              </a:defRPr>
            </a:lvl9pPr>
          </a:lstStyle>
          <a:p xmlns:a="http://schemas.openxmlformats.org/drawingml/2006/main">
            <a:pPr>
              <a:defRPr sz="3600" b="1">
                <a:solidFill>
                  <a:srgbClr val="FFFFFF"/>
                </a:solidFill>
              </a:defRPr>
            </a:pPr>
            <a:r>
              <a:rPr sz="3600" b="1">
                <a:solidFill>
                  <a:srgbClr val="FFFFFF"/>
                </a:solidFill>
              </a:rPr>
              <a:t>Diseño propio</a:t>
            </a:r>
          </a:p>
          <a:p xmlns:a="http://schemas.openxmlformats.org/drawingml/2006/main">
            <a:pPr>
              <a:defRPr sz="3600" b="1">
                <a:solidFill>
                  <a:srgbClr val="FFFFFF"/>
                </a:solidFill>
              </a:defRPr>
            </a:pPr>
            <a:r>
              <a:rPr sz="3600" b="1">
                <a:solidFill>
                  <a:srgbClr val="FFFFFF"/>
                </a:solidFill>
              </a:rPr>
              <a:t>Gestión editorial</a:t>
            </a:r>
          </a:p>
          <a:p xmlns:a="http://schemas.openxmlformats.org/drawingml/2006/main">
            <a:pPr>
              <a:defRPr sz="3600" b="1">
                <a:solidFill>
                  <a:srgbClr val="FFFFFF"/>
                </a:solidFill>
              </a:defRPr>
            </a:pPr>
            <a:r>
              <a:rPr sz="3600" b="1">
                <a:solidFill>
                  <a:srgbClr val="FFFFFF"/>
                </a:solidFill>
              </a:rPr>
              <a:t>Responsabilidades claras</a:t>
            </a:r>
          </a:p>
        </p:txBody>
      </p:sp>
      <p:sp>
        <p:nvSpPr>
          <p:cNvPr id="4" name="">
            <a:extLst xmlns:a="http://schemas.openxmlformats.org/drawingml/2006/main">
              <a:ext uri="{FF2B5EF4-FFF2-40B4-BE49-F238E27FC236}">
                <a16:creationId xmlns:a16="http://schemas.microsoft.com/office/drawing/2014/main" id="{BCA8A6B3-65DE-4F62-BC8E-0ADC96174750}"/>
              </a:ext>
            </a:extLst>
          </p:cNvPr>
          <p:cNvSpPr>
            <a:spLocks xmlns:a="http://schemas.openxmlformats.org/drawingml/2006/main" noGrp="1"/>
          </p:cNvSpPr>
          <p:nvPr/>
        </p:nvSpPr>
        <p:spPr>
          <a:xfrm xmlns:a="http://schemas.openxmlformats.org/drawingml/2006/main">
            <a:off x="609600" y="47625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F58200"/>
                </a:solidFill>
              </a:defRPr>
            </a:defPPr>
            <a:lvl1pPr>
              <a:defRPr sz="2325" b="1">
                <a:solidFill>
                  <a:srgbClr val="F58200"/>
                </a:solidFill>
              </a:defRPr>
            </a:lvl1pPr>
            <a:lvl2pPr>
              <a:defRPr sz="2325" b="1">
                <a:solidFill>
                  <a:srgbClr val="F58200"/>
                </a:solidFill>
              </a:defRPr>
            </a:lvl2pPr>
            <a:lvl3pPr>
              <a:defRPr sz="2325" b="1">
                <a:solidFill>
                  <a:srgbClr val="F58200"/>
                </a:solidFill>
              </a:defRPr>
            </a:lvl3pPr>
            <a:lvl4pPr>
              <a:defRPr sz="2325" b="1">
                <a:solidFill>
                  <a:srgbClr val="F58200"/>
                </a:solidFill>
              </a:defRPr>
            </a:lvl4pPr>
            <a:lvl5pPr>
              <a:defRPr sz="2325" b="1">
                <a:solidFill>
                  <a:srgbClr val="F58200"/>
                </a:solidFill>
              </a:defRPr>
            </a:lvl5pPr>
            <a:lvl6pPr>
              <a:defRPr sz="2325" b="1">
                <a:solidFill>
                  <a:srgbClr val="F58200"/>
                </a:solidFill>
              </a:defRPr>
            </a:lvl6pPr>
            <a:lvl7pPr>
              <a:defRPr sz="2325" b="1">
                <a:solidFill>
                  <a:srgbClr val="F58200"/>
                </a:solidFill>
              </a:defRPr>
            </a:lvl7pPr>
            <a:lvl8pPr>
              <a:defRPr sz="2325" b="1">
                <a:solidFill>
                  <a:srgbClr val="F58200"/>
                </a:solidFill>
              </a:defRPr>
            </a:lvl8pPr>
            <a:lvl9pPr>
              <a:defRPr sz="2325" b="1">
                <a:solidFill>
                  <a:srgbClr val="F58200"/>
                </a:solidFill>
              </a:defRPr>
            </a:lvl9pPr>
          </a:lstStyle>
          <a:p xmlns:a="http://schemas.openxmlformats.org/drawingml/2006/main">
            <a:pPr>
              <a:defRPr sz="2325" b="1">
                <a:solidFill>
                  <a:srgbClr val="F58200"/>
                </a:solidFill>
              </a:defRPr>
            </a:pPr>
            <a:r>
              <a:rPr sz="2325" b="1">
                <a:solidFill>
                  <a:srgbClr val="F58200"/>
                </a:solidFill>
              </a:rPr>
              <a:t>Siguiente paso: cerrar evidencias y preparar producción</a:t>
            </a:r>
          </a:p>
        </p:txBody>
      </p:sp>
      <p:sp>
        <p:nvSpPr>
          <p:cNvPr id="5" name="">
            <a:extLst xmlns:a="http://schemas.openxmlformats.org/drawingml/2006/main">
              <a:ext uri="{FF2B5EF4-FFF2-40B4-BE49-F238E27FC236}">
                <a16:creationId xmlns:a16="http://schemas.microsoft.com/office/drawing/2014/main" id="{FC6CAB66-567D-47CD-84A2-3426CE14B360}"/>
              </a:ext>
            </a:extLst>
          </p:cNvPr>
          <p:cNvSpPr>
            <a:spLocks xmlns:a="http://schemas.openxmlformats.org/drawingml/2006/main" noGrp="1"/>
          </p:cNvSpPr>
          <p:nvPr/>
        </p:nvSpPr>
        <p:spPr>
          <a:xfrm xmlns:a="http://schemas.openxmlformats.org/drawingml/2006/main">
            <a:off x="609600" y="57150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CCCCCC"/>
                </a:solidFill>
              </a:defRPr>
            </a:defPPr>
            <a:lvl1pPr>
              <a:defRPr sz="1650" b="0">
                <a:solidFill>
                  <a:srgbClr val="CCCCCC"/>
                </a:solidFill>
              </a:defRPr>
            </a:lvl1pPr>
            <a:lvl2pPr>
              <a:defRPr sz="1650" b="0">
                <a:solidFill>
                  <a:srgbClr val="CCCCCC"/>
                </a:solidFill>
              </a:defRPr>
            </a:lvl2pPr>
            <a:lvl3pPr>
              <a:defRPr sz="1650" b="0">
                <a:solidFill>
                  <a:srgbClr val="CCCCCC"/>
                </a:solidFill>
              </a:defRPr>
            </a:lvl3pPr>
            <a:lvl4pPr>
              <a:defRPr sz="1650" b="0">
                <a:solidFill>
                  <a:srgbClr val="CCCCCC"/>
                </a:solidFill>
              </a:defRPr>
            </a:lvl4pPr>
            <a:lvl5pPr>
              <a:defRPr sz="1650" b="0">
                <a:solidFill>
                  <a:srgbClr val="CCCCCC"/>
                </a:solidFill>
              </a:defRPr>
            </a:lvl5pPr>
            <a:lvl6pPr>
              <a:defRPr sz="1650" b="0">
                <a:solidFill>
                  <a:srgbClr val="CCCCCC"/>
                </a:solidFill>
              </a:defRPr>
            </a:lvl6pPr>
            <a:lvl7pPr>
              <a:defRPr sz="1650" b="0">
                <a:solidFill>
                  <a:srgbClr val="CCCCCC"/>
                </a:solidFill>
              </a:defRPr>
            </a:lvl7pPr>
            <a:lvl8pPr>
              <a:defRPr sz="1650" b="0">
                <a:solidFill>
                  <a:srgbClr val="CCCCCC"/>
                </a:solidFill>
              </a:defRPr>
            </a:lvl8pPr>
            <a:lvl9pPr>
              <a:defRPr sz="1650" b="0">
                <a:solidFill>
                  <a:srgbClr val="CCCCCC"/>
                </a:solidFill>
              </a:defRPr>
            </a:lvl9pPr>
          </a:lstStyle>
          <a:p xmlns:a="http://schemas.openxmlformats.org/drawingml/2006/main">
            <a:pPr>
              <a:defRPr sz="1650" b="0">
                <a:solidFill>
                  <a:srgbClr val="CCCCCC"/>
                </a:solidFill>
              </a:defRPr>
            </a:pPr>
            <a:r>
              <a:rPr sz="1650" b="0">
                <a:solidFill>
                  <a:srgbClr val="CCCCCC"/>
                </a:solidFill>
              </a:rPr>
              <a:t>Fuentes para aprender. Medios y datos se trasladan por separado</a:t>
            </a:r>
          </a:p>
        </p:txBody>
      </p:sp>
    </p:spTree>
    <p:extLst>
      <p:ext uri="{BB962C8B-B14F-4D97-AF65-F5344CB8AC3E}">
        <p14:creationId xmlns:p14="http://schemas.microsoft.com/office/powerpoint/2010/main" val="72459051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8537B8C-1E15-4796-9B44-F2DA929E1A27}"/>
              </a:ext>
            </a:extLst>
          </p:cNvPr>
          <p:cNvSpPr>
            <a:spLocks xmlns:a="http://schemas.openxmlformats.org/drawingml/2006/main" noGrp="1"/>
          </p:cNvSpPr>
          <p:nvPr/>
        </p:nvSpPr>
        <p:spPr>
          <a:xfrm xmlns:a="http://schemas.openxmlformats.org/drawingml/2006/main">
            <a:off x="609600" y="4572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1414"/>
                </a:solidFill>
              </a:defRPr>
            </a:defPPr>
            <a:lvl1pPr>
              <a:defRPr sz="3300" b="1">
                <a:solidFill>
                  <a:srgbClr val="141414"/>
                </a:solidFill>
              </a:defRPr>
            </a:lvl1pPr>
            <a:lvl2pPr>
              <a:defRPr sz="3300" b="1">
                <a:solidFill>
                  <a:srgbClr val="141414"/>
                </a:solidFill>
              </a:defRPr>
            </a:lvl2pPr>
            <a:lvl3pPr>
              <a:defRPr sz="3300" b="1">
                <a:solidFill>
                  <a:srgbClr val="141414"/>
                </a:solidFill>
              </a:defRPr>
            </a:lvl3pPr>
            <a:lvl4pPr>
              <a:defRPr sz="3300" b="1">
                <a:solidFill>
                  <a:srgbClr val="141414"/>
                </a:solidFill>
              </a:defRPr>
            </a:lvl4pPr>
            <a:lvl5pPr>
              <a:defRPr sz="3300" b="1">
                <a:solidFill>
                  <a:srgbClr val="141414"/>
                </a:solidFill>
              </a:defRPr>
            </a:lvl5pPr>
            <a:lvl6pPr>
              <a:defRPr sz="3300" b="1">
                <a:solidFill>
                  <a:srgbClr val="141414"/>
                </a:solidFill>
              </a:defRPr>
            </a:lvl6pPr>
            <a:lvl7pPr>
              <a:defRPr sz="3300" b="1">
                <a:solidFill>
                  <a:srgbClr val="141414"/>
                </a:solidFill>
              </a:defRPr>
            </a:lvl7pPr>
            <a:lvl8pPr>
              <a:defRPr sz="3300" b="1">
                <a:solidFill>
                  <a:srgbClr val="141414"/>
                </a:solidFill>
              </a:defRPr>
            </a:lvl8pPr>
            <a:lvl9pPr>
              <a:defRPr sz="3300" b="1">
                <a:solidFill>
                  <a:srgbClr val="141414"/>
                </a:solidFill>
              </a:defRPr>
            </a:lvl9pPr>
          </a:lstStyle>
          <a:p xmlns:a="http://schemas.openxmlformats.org/drawingml/2006/main">
            <a:pPr>
              <a:defRPr sz="3300" b="1">
                <a:solidFill>
                  <a:srgbClr val="141414"/>
                </a:solidFill>
              </a:defRPr>
            </a:pPr>
            <a:r>
              <a:rPr sz="3300" b="1">
                <a:solidFill>
                  <a:srgbClr val="141414"/>
                </a:solidFill>
              </a:rPr>
              <a:t>Anexo · Móvil</a:t>
            </a:r>
          </a:p>
        </p:txBody>
      </p:sp>
      <p:sp>
        <p:nvSpPr>
          <p:cNvPr id="2" name="">
            <a:extLst xmlns:a="http://schemas.openxmlformats.org/drawingml/2006/main">
              <a:ext uri="{FF2B5EF4-FFF2-40B4-BE49-F238E27FC236}">
                <a16:creationId xmlns:a16="http://schemas.microsoft.com/office/drawing/2014/main" id="{460EB198-B152-47A0-AE93-156FA7E5EE0E}"/>
              </a:ext>
            </a:extLst>
          </p:cNvPr>
          <p:cNvSpPr>
            <a:spLocks xmlns:a="http://schemas.openxmlformats.org/drawingml/2006/main" noGrp="1"/>
          </p:cNvSpPr>
          <p:nvPr/>
        </p:nvSpPr>
        <p:spPr>
          <a:xfrm xmlns:a="http://schemas.openxmlformats.org/drawingml/2006/main">
            <a:off x="11049000" y="62674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55555"/>
                </a:solidFill>
              </a:defRPr>
            </a:defPPr>
            <a:lvl1pPr>
              <a:defRPr sz="1275" b="0">
                <a:solidFill>
                  <a:srgbClr val="555555"/>
                </a:solidFill>
              </a:defRPr>
            </a:lvl1pPr>
            <a:lvl2pPr>
              <a:defRPr sz="1275" b="0">
                <a:solidFill>
                  <a:srgbClr val="555555"/>
                </a:solidFill>
              </a:defRPr>
            </a:lvl2pPr>
            <a:lvl3pPr>
              <a:defRPr sz="1275" b="0">
                <a:solidFill>
                  <a:srgbClr val="555555"/>
                </a:solidFill>
              </a:defRPr>
            </a:lvl3pPr>
            <a:lvl4pPr>
              <a:defRPr sz="1275" b="0">
                <a:solidFill>
                  <a:srgbClr val="555555"/>
                </a:solidFill>
              </a:defRPr>
            </a:lvl4pPr>
            <a:lvl5pPr>
              <a:defRPr sz="1275" b="0">
                <a:solidFill>
                  <a:srgbClr val="555555"/>
                </a:solidFill>
              </a:defRPr>
            </a:lvl5pPr>
            <a:lvl6pPr>
              <a:defRPr sz="1275" b="0">
                <a:solidFill>
                  <a:srgbClr val="555555"/>
                </a:solidFill>
              </a:defRPr>
            </a:lvl6pPr>
            <a:lvl7pPr>
              <a:defRPr sz="1275" b="0">
                <a:solidFill>
                  <a:srgbClr val="555555"/>
                </a:solidFill>
              </a:defRPr>
            </a:lvl7pPr>
            <a:lvl8pPr>
              <a:defRPr sz="1275" b="0">
                <a:solidFill>
                  <a:srgbClr val="555555"/>
                </a:solidFill>
              </a:defRPr>
            </a:lvl8pPr>
            <a:lvl9pPr>
              <a:defRPr sz="1275" b="0">
                <a:solidFill>
                  <a:srgbClr val="555555"/>
                </a:solidFill>
              </a:defRPr>
            </a:lvl9pPr>
          </a:lstStyle>
          <a:p xmlns:a="http://schemas.openxmlformats.org/drawingml/2006/main">
            <a:pPr>
              <a:defRPr sz="1275" b="0">
                <a:solidFill>
                  <a:srgbClr val="555555"/>
                </a:solidFill>
              </a:defRPr>
            </a:pPr>
            <a:r>
              <a:rPr sz="1275" b="0">
                <a:solidFill>
                  <a:srgbClr val="555555"/>
                </a:solidFill>
              </a:rPr>
              <a:t>11</a:t>
            </a:r>
          </a:p>
        </p:txBody>
      </p:sp>
      <p:graphicFrame>
        <p:nvGraphicFramePr>
          <p:cNvPr id="3" name="">
            <a:extLst xmlns:a="http://schemas.openxmlformats.org/drawingml/2006/main">
              <a:ext uri="{FF2B5EF4-FFF2-40B4-BE49-F238E27FC236}">
                <a16:creationId xmlns:a16="http://schemas.microsoft.com/office/drawing/2014/main" id="{F2D4AC60-C123-43D0-8313-15552EC869EF}"/>
              </a:ext>
            </a:extLst>
          </p:cNvPr>
          <p:cNvGraphicFramePr/>
          <p:nvPr/>
        </p:nvGraphicFramePr>
        <p:xfrm>
          <a:off xmlns:a="http://schemas.openxmlformats.org/drawingml/2006/main" x="609600" y="1666875"/>
          <a:ext xmlns:a="http://schemas.openxmlformats.org/drawingml/2006/main" cx="10972800" cy="3333750"/>
        </p:xfrm>
        <a:graphic xmlns:a="http://schemas.openxmlformats.org/drawingml/2006/main">
          <a:graphicData uri="http://schemas.openxmlformats.org/drawingml/2006/table">
            <a:tbl>
              <a:tblPr/>
              <a:tblGrid>
                <a:gridCol w="2333625"/>
                <a:gridCol w="1000125"/>
                <a:gridCol w="1000125"/>
                <a:gridCol w="1000125"/>
                <a:gridCol w="1000125"/>
                <a:gridCol w="1047750"/>
                <a:gridCol w="1047750"/>
                <a:gridCol w="1495425"/>
                <a:gridCol w="1047750"/>
              </a:tblGrid>
              <a:tr h="555625">
                <a:tc>
                  <a:txBody>
                    <a:bodyPr/>
                    <a:lstStyle/>
                    <a:p>
                      <a:r>
                        <a:rPr sz="1650" b="1">
                          <a:solidFill>
                            <a:srgbClr val="FFFFFF"/>
                          </a:solidFill>
                        </a:rPr>
                        <a:t>Plantilla</a:t>
                      </a:r>
                    </a:p>
                  </a:txBody>
                  <a:tcPr marL="91440" marR="91440" marT="45720" marB="45720">
                    <a:solidFill>
                      <a:srgbClr val="141414"/>
                    </a:solidFill>
                  </a:tcPr>
                </a:tc>
                <a:tc>
                  <a:txBody>
                    <a:bodyPr/>
                    <a:lstStyle/>
                    <a:p>
                      <a:r>
                        <a:rPr sz="1650" b="1">
                          <a:solidFill>
                            <a:srgbClr val="FFFFFF"/>
                          </a:solidFill>
                        </a:rPr>
                        <a:t>Rend.</a:t>
                      </a:r>
                    </a:p>
                  </a:txBody>
                  <a:tcPr marL="91440" marR="91440" marT="45720" marB="45720">
                    <a:solidFill>
                      <a:srgbClr val="141414"/>
                    </a:solidFill>
                  </a:tcPr>
                </a:tc>
                <a:tc>
                  <a:txBody>
                    <a:bodyPr/>
                    <a:lstStyle/>
                    <a:p>
                      <a:r>
                        <a:rPr sz="1650" b="1">
                          <a:solidFill>
                            <a:srgbClr val="FFFFFF"/>
                          </a:solidFill>
                        </a:rPr>
                        <a:t>Acc.</a:t>
                      </a:r>
                    </a:p>
                  </a:txBody>
                  <a:tcPr marL="91440" marR="91440" marT="45720" marB="45720">
                    <a:solidFill>
                      <a:srgbClr val="141414"/>
                    </a:solidFill>
                  </a:tcPr>
                </a:tc>
                <a:tc>
                  <a:txBody>
                    <a:bodyPr/>
                    <a:lstStyle/>
                    <a:p>
                      <a:r>
                        <a:rPr sz="1650" b="1">
                          <a:solidFill>
                            <a:srgbClr val="FFFFFF"/>
                          </a:solidFill>
                        </a:rPr>
                        <a:t>Práct.</a:t>
                      </a:r>
                    </a:p>
                  </a:txBody>
                  <a:tcPr marL="91440" marR="91440" marT="45720" marB="45720">
                    <a:solidFill>
                      <a:srgbClr val="141414"/>
                    </a:solidFill>
                  </a:tcPr>
                </a:tc>
                <a:tc>
                  <a:txBody>
                    <a:bodyPr/>
                    <a:lstStyle/>
                    <a:p>
                      <a:r>
                        <a:rPr sz="1650" b="1">
                          <a:solidFill>
                            <a:srgbClr val="FFFFFF"/>
                          </a:solidFill>
                        </a:rPr>
                        <a:t>SEO</a:t>
                      </a:r>
                    </a:p>
                  </a:txBody>
                  <a:tcPr marL="91440" marR="91440" marT="45720" marB="45720">
                    <a:solidFill>
                      <a:srgbClr val="141414"/>
                    </a:solidFill>
                  </a:tcPr>
                </a:tc>
                <a:tc>
                  <a:txBody>
                    <a:bodyPr/>
                    <a:lstStyle/>
                    <a:p>
                      <a:r>
                        <a:rPr sz="1650" b="1">
                          <a:solidFill>
                            <a:srgbClr val="FFFFFF"/>
                          </a:solidFill>
                        </a:rPr>
                        <a:t>FCP s</a:t>
                      </a:r>
                    </a:p>
                  </a:txBody>
                  <a:tcPr marL="91440" marR="91440" marT="45720" marB="45720">
                    <a:solidFill>
                      <a:srgbClr val="141414"/>
                    </a:solidFill>
                  </a:tcPr>
                </a:tc>
                <a:tc>
                  <a:txBody>
                    <a:bodyPr/>
                    <a:lstStyle/>
                    <a:p>
                      <a:r>
                        <a:rPr sz="1650" b="1">
                          <a:solidFill>
                            <a:srgbClr val="FFFFFF"/>
                          </a:solidFill>
                        </a:rPr>
                        <a:t>LCP s</a:t>
                      </a:r>
                    </a:p>
                  </a:txBody>
                  <a:tcPr marL="91440" marR="91440" marT="45720" marB="45720">
                    <a:solidFill>
                      <a:srgbClr val="141414"/>
                    </a:solidFill>
                  </a:tcPr>
                </a:tc>
                <a:tc>
                  <a:txBody>
                    <a:bodyPr/>
                    <a:lstStyle/>
                    <a:p>
                      <a:r>
                        <a:rPr sz="1650" b="1">
                          <a:solidFill>
                            <a:srgbClr val="FFFFFF"/>
                          </a:solidFill>
                        </a:rPr>
                        <a:t>CLS</a:t>
                      </a:r>
                    </a:p>
                  </a:txBody>
                  <a:tcPr marL="91440" marR="91440" marT="45720" marB="45720">
                    <a:solidFill>
                      <a:srgbClr val="141414"/>
                    </a:solidFill>
                  </a:tcPr>
                </a:tc>
                <a:tc>
                  <a:txBody>
                    <a:bodyPr/>
                    <a:lstStyle/>
                    <a:p>
                      <a:r>
                        <a:rPr sz="1650" b="1">
                          <a:solidFill>
                            <a:srgbClr val="FFFFFF"/>
                          </a:solidFill>
                        </a:rPr>
                        <a:t>SI s</a:t>
                      </a:r>
                    </a:p>
                  </a:txBody>
                  <a:tcPr marL="91440" marR="91440" marT="45720" marB="45720">
                    <a:solidFill>
                      <a:srgbClr val="141414"/>
                    </a:solidFill>
                  </a:tcPr>
                </a:tc>
              </a:tr>
              <a:tr h="555625">
                <a:tc>
                  <a:txBody>
                    <a:bodyPr/>
                    <a:lstStyle/>
                    <a:p>
                      <a:r>
                        <a:rPr sz="1650" b="0">
                          <a:solidFill>
                            <a:srgbClr val="141414"/>
                          </a:solidFill>
                        </a:rPr>
                        <a:t>Home</a:t>
                      </a:r>
                    </a:p>
                  </a:txBody>
                  <a:tcPr marL="91440" marR="91440" marT="45720" marB="45720">
                    <a:solidFill>
                      <a:srgbClr val="F4F4F4"/>
                    </a:solidFill>
                  </a:tcPr>
                </a:tc>
                <a:tc>
                  <a:txBody>
                    <a:bodyPr/>
                    <a:lstStyle/>
                    <a:p>
                      <a:r>
                        <a:rPr sz="1650" b="0">
                          <a:solidFill>
                            <a:srgbClr val="141414"/>
                          </a:solidFill>
                        </a:rPr>
                        <a:t>80</a:t>
                      </a:r>
                    </a:p>
                  </a:txBody>
                  <a:tcPr marL="91440" marR="91440" marT="45720" marB="45720">
                    <a:solidFill>
                      <a:srgbClr val="F4F4F4"/>
                    </a:solidFill>
                  </a:tcPr>
                </a:tc>
                <a:tc>
                  <a:txBody>
                    <a:bodyPr/>
                    <a:lstStyle/>
                    <a:p>
                      <a:r>
                        <a:rPr sz="1650" b="0">
                          <a:solidFill>
                            <a:srgbClr val="141414"/>
                          </a:solidFill>
                        </a:rPr>
                        <a:t>97</a:t>
                      </a:r>
                    </a:p>
                  </a:txBody>
                  <a:tcPr marL="91440" marR="91440" marT="45720" marB="45720">
                    <a:solidFill>
                      <a:srgbClr val="F4F4F4"/>
                    </a:solidFill>
                  </a:tcPr>
                </a:tc>
                <a:tc>
                  <a:txBody>
                    <a:bodyPr/>
                    <a:lstStyle/>
                    <a:p>
                      <a:r>
                        <a:rPr sz="1650" b="0">
                          <a:solidFill>
                            <a:srgbClr val="141414"/>
                          </a:solidFill>
                        </a:rPr>
                        <a:t>96</a:t>
                      </a:r>
                    </a:p>
                  </a:txBody>
                  <a:tcPr marL="91440" marR="91440" marT="45720" marB="45720">
                    <a:solidFill>
                      <a:srgbClr val="F4F4F4"/>
                    </a:solidFill>
                  </a:tcPr>
                </a:tc>
                <a:tc>
                  <a:txBody>
                    <a:bodyPr/>
                    <a:lstStyle/>
                    <a:p>
                      <a:r>
                        <a:rPr sz="1650" b="0">
                          <a:solidFill>
                            <a:srgbClr val="141414"/>
                          </a:solidFill>
                        </a:rPr>
                        <a:t>100</a:t>
                      </a:r>
                    </a:p>
                  </a:txBody>
                  <a:tcPr marL="91440" marR="91440" marT="45720" marB="45720">
                    <a:solidFill>
                      <a:srgbClr val="F4F4F4"/>
                    </a:solidFill>
                  </a:tcPr>
                </a:tc>
                <a:tc>
                  <a:txBody>
                    <a:bodyPr/>
                    <a:lstStyle/>
                    <a:p>
                      <a:r>
                        <a:rPr sz="1650" b="0">
                          <a:solidFill>
                            <a:srgbClr val="141414"/>
                          </a:solidFill>
                        </a:rPr>
                        <a:t>2,6</a:t>
                      </a:r>
                    </a:p>
                  </a:txBody>
                  <a:tcPr marL="91440" marR="91440" marT="45720" marB="45720">
                    <a:solidFill>
                      <a:srgbClr val="F4F4F4"/>
                    </a:solidFill>
                  </a:tcPr>
                </a:tc>
                <a:tc>
                  <a:txBody>
                    <a:bodyPr/>
                    <a:lstStyle/>
                    <a:p>
                      <a:r>
                        <a:rPr sz="1650" b="0">
                          <a:solidFill>
                            <a:srgbClr val="141414"/>
                          </a:solidFill>
                        </a:rPr>
                        <a:t>2,7</a:t>
                      </a:r>
                    </a:p>
                  </a:txBody>
                  <a:tcPr marL="91440" marR="91440" marT="45720" marB="45720">
                    <a:solidFill>
                      <a:srgbClr val="F4F4F4"/>
                    </a:solidFill>
                  </a:tcPr>
                </a:tc>
                <a:tc>
                  <a:txBody>
                    <a:bodyPr/>
                    <a:lstStyle/>
                    <a:p>
                      <a:r>
                        <a:rPr sz="1650" b="0">
                          <a:solidFill>
                            <a:srgbClr val="141414"/>
                          </a:solidFill>
                        </a:rPr>
                        <a:t>0,212</a:t>
                      </a:r>
                    </a:p>
                  </a:txBody>
                  <a:tcPr marL="91440" marR="91440" marT="45720" marB="45720">
                    <a:solidFill>
                      <a:srgbClr val="F4F4F4"/>
                    </a:solidFill>
                  </a:tcPr>
                </a:tc>
                <a:tc>
                  <a:txBody>
                    <a:bodyPr/>
                    <a:lstStyle/>
                    <a:p>
                      <a:r>
                        <a:rPr sz="1650" b="0">
                          <a:solidFill>
                            <a:srgbClr val="141414"/>
                          </a:solidFill>
                        </a:rPr>
                        <a:t>4,4</a:t>
                      </a:r>
                    </a:p>
                  </a:txBody>
                  <a:tcPr marL="91440" marR="91440" marT="45720" marB="45720">
                    <a:solidFill>
                      <a:srgbClr val="F4F4F4"/>
                    </a:solidFill>
                  </a:tcPr>
                </a:tc>
              </a:tr>
              <a:tr h="555625">
                <a:tc>
                  <a:txBody>
                    <a:bodyPr/>
                    <a:lstStyle/>
                    <a:p>
                      <a:r>
                        <a:rPr sz="1650" b="0">
                          <a:solidFill>
                            <a:srgbClr val="141414"/>
                          </a:solidFill>
                        </a:rPr>
                        <a:t>Agencia</a:t>
                      </a:r>
                    </a:p>
                  </a:txBody>
                  <a:tcPr marL="91440" marR="91440" marT="45720" marB="45720">
                    <a:solidFill>
                      <a:srgbClr val="FFFFFF"/>
                    </a:solidFill>
                  </a:tcPr>
                </a:tc>
                <a:tc>
                  <a:txBody>
                    <a:bodyPr/>
                    <a:lstStyle/>
                    <a:p>
                      <a:r>
                        <a:rPr sz="1650" b="0">
                          <a:solidFill>
                            <a:srgbClr val="141414"/>
                          </a:solidFill>
                        </a:rPr>
                        <a:t>91</a:t>
                      </a:r>
                    </a:p>
                  </a:txBody>
                  <a:tcPr marL="91440" marR="91440" marT="45720" marB="45720">
                    <a:solidFill>
                      <a:srgbClr val="FFFFFF"/>
                    </a:solidFill>
                  </a:tcPr>
                </a:tc>
                <a:tc>
                  <a:txBody>
                    <a:bodyPr/>
                    <a:lstStyle/>
                    <a:p>
                      <a:r>
                        <a:rPr sz="1650" b="0">
                          <a:solidFill>
                            <a:srgbClr val="141414"/>
                          </a:solidFill>
                        </a:rPr>
                        <a:t>100</a:t>
                      </a:r>
                    </a:p>
                  </a:txBody>
                  <a:tcPr marL="91440" marR="91440" marT="45720" marB="45720">
                    <a:solidFill>
                      <a:srgbClr val="FFFFFF"/>
                    </a:solidFill>
                  </a:tcPr>
                </a:tc>
                <a:tc>
                  <a:txBody>
                    <a:bodyPr/>
                    <a:lstStyle/>
                    <a:p>
                      <a:r>
                        <a:rPr sz="1650" b="0">
                          <a:solidFill>
                            <a:srgbClr val="141414"/>
                          </a:solidFill>
                        </a:rPr>
                        <a:t>100</a:t>
                      </a:r>
                    </a:p>
                  </a:txBody>
                  <a:tcPr marL="91440" marR="91440" marT="45720" marB="45720">
                    <a:solidFill>
                      <a:srgbClr val="FFFFFF"/>
                    </a:solidFill>
                  </a:tcPr>
                </a:tc>
                <a:tc>
                  <a:txBody>
                    <a:bodyPr/>
                    <a:lstStyle/>
                    <a:p>
                      <a:r>
                        <a:rPr sz="1650" b="0">
                          <a:solidFill>
                            <a:srgbClr val="141414"/>
                          </a:solidFill>
                        </a:rPr>
                        <a:t>100</a:t>
                      </a:r>
                    </a:p>
                  </a:txBody>
                  <a:tcPr marL="91440" marR="91440" marT="45720" marB="45720">
                    <a:solidFill>
                      <a:srgbClr val="FFFFFF"/>
                    </a:solidFill>
                  </a:tcPr>
                </a:tc>
                <a:tc>
                  <a:txBody>
                    <a:bodyPr/>
                    <a:lstStyle/>
                    <a:p>
                      <a:r>
                        <a:rPr sz="1650" b="0">
                          <a:solidFill>
                            <a:srgbClr val="141414"/>
                          </a:solidFill>
                        </a:rPr>
                        <a:t>2,1</a:t>
                      </a:r>
                    </a:p>
                  </a:txBody>
                  <a:tcPr marL="91440" marR="91440" marT="45720" marB="45720">
                    <a:solidFill>
                      <a:srgbClr val="FFFFFF"/>
                    </a:solidFill>
                  </a:tcPr>
                </a:tc>
                <a:tc>
                  <a:txBody>
                    <a:bodyPr/>
                    <a:lstStyle/>
                    <a:p>
                      <a:r>
                        <a:rPr sz="1650" b="0">
                          <a:solidFill>
                            <a:srgbClr val="141414"/>
                          </a:solidFill>
                        </a:rPr>
                        <a:t>2,2</a:t>
                      </a:r>
                    </a:p>
                  </a:txBody>
                  <a:tcPr marL="91440" marR="91440" marT="45720" marB="45720">
                    <a:solidFill>
                      <a:srgbClr val="FFFFFF"/>
                    </a:solidFill>
                  </a:tcPr>
                </a:tc>
                <a:tc>
                  <a:txBody>
                    <a:bodyPr/>
                    <a:lstStyle/>
                    <a:p>
                      <a:r>
                        <a:rPr sz="1650" b="0">
                          <a:solidFill>
                            <a:srgbClr val="141414"/>
                          </a:solidFill>
                        </a:rPr>
                        <a:t>0,125</a:t>
                      </a:r>
                    </a:p>
                  </a:txBody>
                  <a:tcPr marL="91440" marR="91440" marT="45720" marB="45720">
                    <a:solidFill>
                      <a:srgbClr val="FFFFFF"/>
                    </a:solidFill>
                  </a:tcPr>
                </a:tc>
                <a:tc>
                  <a:txBody>
                    <a:bodyPr/>
                    <a:lstStyle/>
                    <a:p>
                      <a:r>
                        <a:rPr sz="1650" b="0">
                          <a:solidFill>
                            <a:srgbClr val="141414"/>
                          </a:solidFill>
                        </a:rPr>
                        <a:t>4,1</a:t>
                      </a:r>
                    </a:p>
                  </a:txBody>
                  <a:tcPr marL="91440" marR="91440" marT="45720" marB="45720">
                    <a:solidFill>
                      <a:srgbClr val="FFFFFF"/>
                    </a:solidFill>
                  </a:tcPr>
                </a:tc>
              </a:tr>
              <a:tr h="555625">
                <a:tc>
                  <a:txBody>
                    <a:bodyPr/>
                    <a:lstStyle/>
                    <a:p>
                      <a:r>
                        <a:rPr sz="1650" b="0">
                          <a:solidFill>
                            <a:srgbClr val="141414"/>
                          </a:solidFill>
                        </a:rPr>
                        <a:t>Proyectos</a:t>
                      </a:r>
                    </a:p>
                  </a:txBody>
                  <a:tcPr marL="91440" marR="91440" marT="45720" marB="45720">
                    <a:solidFill>
                      <a:srgbClr val="F4F4F4"/>
                    </a:solidFill>
                  </a:tcPr>
                </a:tc>
                <a:tc>
                  <a:txBody>
                    <a:bodyPr/>
                    <a:lstStyle/>
                    <a:p>
                      <a:r>
                        <a:rPr sz="1650" b="0">
                          <a:solidFill>
                            <a:srgbClr val="141414"/>
                          </a:solidFill>
                        </a:rPr>
                        <a:t>80</a:t>
                      </a:r>
                    </a:p>
                  </a:txBody>
                  <a:tcPr marL="91440" marR="91440" marT="45720" marB="45720">
                    <a:solidFill>
                      <a:srgbClr val="F4F4F4"/>
                    </a:solidFill>
                  </a:tcPr>
                </a:tc>
                <a:tc>
                  <a:txBody>
                    <a:bodyPr/>
                    <a:lstStyle/>
                    <a:p>
                      <a:r>
                        <a:rPr sz="1650" b="0">
                          <a:solidFill>
                            <a:srgbClr val="141414"/>
                          </a:solidFill>
                        </a:rPr>
                        <a:t>97</a:t>
                      </a:r>
                    </a:p>
                  </a:txBody>
                  <a:tcPr marL="91440" marR="91440" marT="45720" marB="45720">
                    <a:solidFill>
                      <a:srgbClr val="F4F4F4"/>
                    </a:solidFill>
                  </a:tcPr>
                </a:tc>
                <a:tc>
                  <a:txBody>
                    <a:bodyPr/>
                    <a:lstStyle/>
                    <a:p>
                      <a:r>
                        <a:rPr sz="1650" b="0">
                          <a:solidFill>
                            <a:srgbClr val="141414"/>
                          </a:solidFill>
                        </a:rPr>
                        <a:t>100</a:t>
                      </a:r>
                    </a:p>
                  </a:txBody>
                  <a:tcPr marL="91440" marR="91440" marT="45720" marB="45720">
                    <a:solidFill>
                      <a:srgbClr val="F4F4F4"/>
                    </a:solidFill>
                  </a:tcPr>
                </a:tc>
                <a:tc>
                  <a:txBody>
                    <a:bodyPr/>
                    <a:lstStyle/>
                    <a:p>
                      <a:r>
                        <a:rPr sz="1650" b="0">
                          <a:solidFill>
                            <a:srgbClr val="141414"/>
                          </a:solidFill>
                        </a:rPr>
                        <a:t>92</a:t>
                      </a:r>
                    </a:p>
                  </a:txBody>
                  <a:tcPr marL="91440" marR="91440" marT="45720" marB="45720">
                    <a:solidFill>
                      <a:srgbClr val="F4F4F4"/>
                    </a:solidFill>
                  </a:tcPr>
                </a:tc>
                <a:tc>
                  <a:txBody>
                    <a:bodyPr/>
                    <a:lstStyle/>
                    <a:p>
                      <a:r>
                        <a:rPr sz="1650" b="0">
                          <a:solidFill>
                            <a:srgbClr val="141414"/>
                          </a:solidFill>
                        </a:rPr>
                        <a:t>3,2</a:t>
                      </a:r>
                    </a:p>
                  </a:txBody>
                  <a:tcPr marL="91440" marR="91440" marT="45720" marB="45720">
                    <a:solidFill>
                      <a:srgbClr val="F4F4F4"/>
                    </a:solidFill>
                  </a:tcPr>
                </a:tc>
                <a:tc>
                  <a:txBody>
                    <a:bodyPr/>
                    <a:lstStyle/>
                    <a:p>
                      <a:r>
                        <a:rPr sz="1650" b="0">
                          <a:solidFill>
                            <a:srgbClr val="141414"/>
                          </a:solidFill>
                        </a:rPr>
                        <a:t>3,5</a:t>
                      </a:r>
                    </a:p>
                  </a:txBody>
                  <a:tcPr marL="91440" marR="91440" marT="45720" marB="45720">
                    <a:solidFill>
                      <a:srgbClr val="F4F4F4"/>
                    </a:solidFill>
                  </a:tcPr>
                </a:tc>
                <a:tc>
                  <a:txBody>
                    <a:bodyPr/>
                    <a:lstStyle/>
                    <a:p>
                      <a:r>
                        <a:rPr sz="1650" b="0">
                          <a:solidFill>
                            <a:srgbClr val="141414"/>
                          </a:solidFill>
                        </a:rPr>
                        <a:t>0</a:t>
                      </a:r>
                    </a:p>
                  </a:txBody>
                  <a:tcPr marL="91440" marR="91440" marT="45720" marB="45720">
                    <a:solidFill>
                      <a:srgbClr val="F4F4F4"/>
                    </a:solidFill>
                  </a:tcPr>
                </a:tc>
                <a:tc>
                  <a:txBody>
                    <a:bodyPr/>
                    <a:lstStyle/>
                    <a:p>
                      <a:r>
                        <a:rPr sz="1650" b="0">
                          <a:solidFill>
                            <a:srgbClr val="141414"/>
                          </a:solidFill>
                        </a:rPr>
                        <a:t>5,5</a:t>
                      </a:r>
                    </a:p>
                  </a:txBody>
                  <a:tcPr marL="91440" marR="91440" marT="45720" marB="45720">
                    <a:solidFill>
                      <a:srgbClr val="F4F4F4"/>
                    </a:solidFill>
                  </a:tcPr>
                </a:tc>
              </a:tr>
              <a:tr h="555625">
                <a:tc>
                  <a:txBody>
                    <a:bodyPr/>
                    <a:lstStyle/>
                    <a:p>
                      <a:r>
                        <a:rPr sz="1650" b="0">
                          <a:solidFill>
                            <a:srgbClr val="141414"/>
                          </a:solidFill>
                        </a:rPr>
                        <a:t>Desarrollo web</a:t>
                      </a:r>
                    </a:p>
                  </a:txBody>
                  <a:tcPr marL="91440" marR="91440" marT="45720" marB="45720">
                    <a:solidFill>
                      <a:srgbClr val="FFFFFF"/>
                    </a:solidFill>
                  </a:tcPr>
                </a:tc>
                <a:tc>
                  <a:txBody>
                    <a:bodyPr/>
                    <a:lstStyle/>
                    <a:p>
                      <a:r>
                        <a:rPr sz="1650" b="0">
                          <a:solidFill>
                            <a:srgbClr val="141414"/>
                          </a:solidFill>
                        </a:rPr>
                        <a:t>82</a:t>
                      </a:r>
                    </a:p>
                  </a:txBody>
                  <a:tcPr marL="91440" marR="91440" marT="45720" marB="45720">
                    <a:solidFill>
                      <a:srgbClr val="FFFFFF"/>
                    </a:solidFill>
                  </a:tcPr>
                </a:tc>
                <a:tc>
                  <a:txBody>
                    <a:bodyPr/>
                    <a:lstStyle/>
                    <a:p>
                      <a:r>
                        <a:rPr sz="1650" b="0">
                          <a:solidFill>
                            <a:srgbClr val="141414"/>
                          </a:solidFill>
                        </a:rPr>
                        <a:t>100</a:t>
                      </a:r>
                    </a:p>
                  </a:txBody>
                  <a:tcPr marL="91440" marR="91440" marT="45720" marB="45720">
                    <a:solidFill>
                      <a:srgbClr val="FFFFFF"/>
                    </a:solidFill>
                  </a:tcPr>
                </a:tc>
                <a:tc>
                  <a:txBody>
                    <a:bodyPr/>
                    <a:lstStyle/>
                    <a:p>
                      <a:r>
                        <a:rPr sz="1650" b="0">
                          <a:solidFill>
                            <a:srgbClr val="141414"/>
                          </a:solidFill>
                        </a:rPr>
                        <a:t>100</a:t>
                      </a:r>
                    </a:p>
                  </a:txBody>
                  <a:tcPr marL="91440" marR="91440" marT="45720" marB="45720">
                    <a:solidFill>
                      <a:srgbClr val="FFFFFF"/>
                    </a:solidFill>
                  </a:tcPr>
                </a:tc>
                <a:tc>
                  <a:txBody>
                    <a:bodyPr/>
                    <a:lstStyle/>
                    <a:p>
                      <a:r>
                        <a:rPr sz="1650" b="0">
                          <a:solidFill>
                            <a:srgbClr val="141414"/>
                          </a:solidFill>
                        </a:rPr>
                        <a:t>100</a:t>
                      </a:r>
                    </a:p>
                  </a:txBody>
                  <a:tcPr marL="91440" marR="91440" marT="45720" marB="45720">
                    <a:solidFill>
                      <a:srgbClr val="FFFFFF"/>
                    </a:solidFill>
                  </a:tcPr>
                </a:tc>
                <a:tc>
                  <a:txBody>
                    <a:bodyPr/>
                    <a:lstStyle/>
                    <a:p>
                      <a:r>
                        <a:rPr sz="1650" b="0">
                          <a:solidFill>
                            <a:srgbClr val="141414"/>
                          </a:solidFill>
                        </a:rPr>
                        <a:t>3,2</a:t>
                      </a:r>
                    </a:p>
                  </a:txBody>
                  <a:tcPr marL="91440" marR="91440" marT="45720" marB="45720">
                    <a:solidFill>
                      <a:srgbClr val="FFFFFF"/>
                    </a:solidFill>
                  </a:tcPr>
                </a:tc>
                <a:tc>
                  <a:txBody>
                    <a:bodyPr/>
                    <a:lstStyle/>
                    <a:p>
                      <a:r>
                        <a:rPr sz="1650" b="0">
                          <a:solidFill>
                            <a:srgbClr val="141414"/>
                          </a:solidFill>
                        </a:rPr>
                        <a:t>3,3</a:t>
                      </a:r>
                    </a:p>
                  </a:txBody>
                  <a:tcPr marL="91440" marR="91440" marT="45720" marB="45720">
                    <a:solidFill>
                      <a:srgbClr val="FFFFFF"/>
                    </a:solidFill>
                  </a:tcPr>
                </a:tc>
                <a:tc>
                  <a:txBody>
                    <a:bodyPr/>
                    <a:lstStyle/>
                    <a:p>
                      <a:r>
                        <a:rPr sz="1650" b="0">
                          <a:solidFill>
                            <a:srgbClr val="141414"/>
                          </a:solidFill>
                        </a:rPr>
                        <a:t>0</a:t>
                      </a:r>
                    </a:p>
                  </a:txBody>
                  <a:tcPr marL="91440" marR="91440" marT="45720" marB="45720">
                    <a:solidFill>
                      <a:srgbClr val="FFFFFF"/>
                    </a:solidFill>
                  </a:tcPr>
                </a:tc>
                <a:tc>
                  <a:txBody>
                    <a:bodyPr/>
                    <a:lstStyle/>
                    <a:p>
                      <a:r>
                        <a:rPr sz="1650" b="0">
                          <a:solidFill>
                            <a:srgbClr val="141414"/>
                          </a:solidFill>
                        </a:rPr>
                        <a:t>5,4</a:t>
                      </a:r>
                    </a:p>
                  </a:txBody>
                  <a:tcPr marL="91440" marR="91440" marT="45720" marB="45720">
                    <a:solidFill>
                      <a:srgbClr val="FFFFFF"/>
                    </a:solidFill>
                  </a:tcPr>
                </a:tc>
              </a:tr>
              <a:tr h="555625">
                <a:tc>
                  <a:txBody>
                    <a:bodyPr/>
                    <a:lstStyle/>
                    <a:p>
                      <a:r>
                        <a:rPr sz="1650" b="0">
                          <a:solidFill>
                            <a:srgbClr val="141414"/>
                          </a:solidFill>
                        </a:rPr>
                        <a:t>WordPress</a:t>
                      </a:r>
                    </a:p>
                  </a:txBody>
                  <a:tcPr marL="91440" marR="91440" marT="45720" marB="45720">
                    <a:solidFill>
                      <a:srgbClr val="F4F4F4"/>
                    </a:solidFill>
                  </a:tcPr>
                </a:tc>
                <a:tc>
                  <a:txBody>
                    <a:bodyPr/>
                    <a:lstStyle/>
                    <a:p>
                      <a:r>
                        <a:rPr sz="1650" b="0">
                          <a:solidFill>
                            <a:srgbClr val="141414"/>
                          </a:solidFill>
                        </a:rPr>
                        <a:t>82</a:t>
                      </a:r>
                    </a:p>
                  </a:txBody>
                  <a:tcPr marL="91440" marR="91440" marT="45720" marB="45720">
                    <a:solidFill>
                      <a:srgbClr val="F4F4F4"/>
                    </a:solidFill>
                  </a:tcPr>
                </a:tc>
                <a:tc>
                  <a:txBody>
                    <a:bodyPr/>
                    <a:lstStyle/>
                    <a:p>
                      <a:r>
                        <a:rPr sz="1650" b="0">
                          <a:solidFill>
                            <a:srgbClr val="141414"/>
                          </a:solidFill>
                        </a:rPr>
                        <a:t>100</a:t>
                      </a:r>
                    </a:p>
                  </a:txBody>
                  <a:tcPr marL="91440" marR="91440" marT="45720" marB="45720">
                    <a:solidFill>
                      <a:srgbClr val="F4F4F4"/>
                    </a:solidFill>
                  </a:tcPr>
                </a:tc>
                <a:tc>
                  <a:txBody>
                    <a:bodyPr/>
                    <a:lstStyle/>
                    <a:p>
                      <a:r>
                        <a:rPr sz="1650" b="0">
                          <a:solidFill>
                            <a:srgbClr val="141414"/>
                          </a:solidFill>
                        </a:rPr>
                        <a:t>96</a:t>
                      </a:r>
                    </a:p>
                  </a:txBody>
                  <a:tcPr marL="91440" marR="91440" marT="45720" marB="45720">
                    <a:solidFill>
                      <a:srgbClr val="F4F4F4"/>
                    </a:solidFill>
                  </a:tcPr>
                </a:tc>
                <a:tc>
                  <a:txBody>
                    <a:bodyPr/>
                    <a:lstStyle/>
                    <a:p>
                      <a:r>
                        <a:rPr sz="1650" b="0">
                          <a:solidFill>
                            <a:srgbClr val="141414"/>
                          </a:solidFill>
                        </a:rPr>
                        <a:t>100</a:t>
                      </a:r>
                    </a:p>
                  </a:txBody>
                  <a:tcPr marL="91440" marR="91440" marT="45720" marB="45720">
                    <a:solidFill>
                      <a:srgbClr val="F4F4F4"/>
                    </a:solidFill>
                  </a:tcPr>
                </a:tc>
                <a:tc>
                  <a:txBody>
                    <a:bodyPr/>
                    <a:lstStyle/>
                    <a:p>
                      <a:r>
                        <a:rPr sz="1650" b="0">
                          <a:solidFill>
                            <a:srgbClr val="141414"/>
                          </a:solidFill>
                        </a:rPr>
                        <a:t>3,1</a:t>
                      </a:r>
                    </a:p>
                  </a:txBody>
                  <a:tcPr marL="91440" marR="91440" marT="45720" marB="45720">
                    <a:solidFill>
                      <a:srgbClr val="F4F4F4"/>
                    </a:solidFill>
                  </a:tcPr>
                </a:tc>
                <a:tc>
                  <a:txBody>
                    <a:bodyPr/>
                    <a:lstStyle/>
                    <a:p>
                      <a:r>
                        <a:rPr sz="1650" b="0">
                          <a:solidFill>
                            <a:srgbClr val="141414"/>
                          </a:solidFill>
                        </a:rPr>
                        <a:t>3,5</a:t>
                      </a:r>
                    </a:p>
                  </a:txBody>
                  <a:tcPr marL="91440" marR="91440" marT="45720" marB="45720">
                    <a:solidFill>
                      <a:srgbClr val="F4F4F4"/>
                    </a:solidFill>
                  </a:tcPr>
                </a:tc>
                <a:tc>
                  <a:txBody>
                    <a:bodyPr/>
                    <a:lstStyle/>
                    <a:p>
                      <a:r>
                        <a:rPr sz="1650" b="0">
                          <a:solidFill>
                            <a:srgbClr val="141414"/>
                          </a:solidFill>
                        </a:rPr>
                        <a:t>0</a:t>
                      </a:r>
                    </a:p>
                  </a:txBody>
                  <a:tcPr marL="91440" marR="91440" marT="45720" marB="45720">
                    <a:solidFill>
                      <a:srgbClr val="F4F4F4"/>
                    </a:solidFill>
                  </a:tcPr>
                </a:tc>
                <a:tc>
                  <a:txBody>
                    <a:bodyPr/>
                    <a:lstStyle/>
                    <a:p>
                      <a:r>
                        <a:rPr sz="1650" b="0">
                          <a:solidFill>
                            <a:srgbClr val="141414"/>
                          </a:solidFill>
                        </a:rPr>
                        <a:t>5,3</a:t>
                      </a:r>
                    </a:p>
                  </a:txBody>
                  <a:tcPr marL="91440" marR="91440" marT="45720" marB="45720">
                    <a:solidFill>
                      <a:srgbClr val="F4F4F4"/>
                    </a:solidFill>
                  </a:tcPr>
                </a:tc>
              </a:tr>
            </a:tbl>
          </a:graphicData>
        </a:graphic>
      </p:graphicFrame>
      <p:sp>
        <p:nvSpPr>
          <p:cNvPr id="4" name="">
            <a:extLst xmlns:a="http://schemas.openxmlformats.org/drawingml/2006/main">
              <a:ext uri="{FF2B5EF4-FFF2-40B4-BE49-F238E27FC236}">
                <a16:creationId xmlns:a16="http://schemas.microsoft.com/office/drawing/2014/main" id="{AD33D965-2E26-4466-917C-1D076879FEB2}"/>
              </a:ext>
            </a:extLst>
          </p:cNvPr>
          <p:cNvSpPr>
            <a:spLocks xmlns:a="http://schemas.openxmlformats.org/drawingml/2006/main" noGrp="1"/>
          </p:cNvSpPr>
          <p:nvPr/>
        </p:nvSpPr>
        <p:spPr>
          <a:xfrm xmlns:a="http://schemas.openxmlformats.org/drawingml/2006/main">
            <a:off x="609600" y="53530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F58200"/>
                </a:solidFill>
              </a:defRPr>
            </a:defPPr>
            <a:lvl1pPr>
              <a:defRPr sz="2025" b="1">
                <a:solidFill>
                  <a:srgbClr val="F58200"/>
                </a:solidFill>
              </a:defRPr>
            </a:lvl1pPr>
            <a:lvl2pPr>
              <a:defRPr sz="2025" b="1">
                <a:solidFill>
                  <a:srgbClr val="F58200"/>
                </a:solidFill>
              </a:defRPr>
            </a:lvl2pPr>
            <a:lvl3pPr>
              <a:defRPr sz="2025" b="1">
                <a:solidFill>
                  <a:srgbClr val="F58200"/>
                </a:solidFill>
              </a:defRPr>
            </a:lvl3pPr>
            <a:lvl4pPr>
              <a:defRPr sz="2025" b="1">
                <a:solidFill>
                  <a:srgbClr val="F58200"/>
                </a:solidFill>
              </a:defRPr>
            </a:lvl4pPr>
            <a:lvl5pPr>
              <a:defRPr sz="2025" b="1">
                <a:solidFill>
                  <a:srgbClr val="F58200"/>
                </a:solidFill>
              </a:defRPr>
            </a:lvl5pPr>
            <a:lvl6pPr>
              <a:defRPr sz="2025" b="1">
                <a:solidFill>
                  <a:srgbClr val="F58200"/>
                </a:solidFill>
              </a:defRPr>
            </a:lvl6pPr>
            <a:lvl7pPr>
              <a:defRPr sz="2025" b="1">
                <a:solidFill>
                  <a:srgbClr val="F58200"/>
                </a:solidFill>
              </a:defRPr>
            </a:lvl7pPr>
            <a:lvl8pPr>
              <a:defRPr sz="2025" b="1">
                <a:solidFill>
                  <a:srgbClr val="F58200"/>
                </a:solidFill>
              </a:defRPr>
            </a:lvl8pPr>
            <a:lvl9pPr>
              <a:defRPr sz="2025" b="1">
                <a:solidFill>
                  <a:srgbClr val="F58200"/>
                </a:solidFill>
              </a:defRPr>
            </a:lvl9pPr>
          </a:lstStyle>
          <a:p xmlns:a="http://schemas.openxmlformats.org/drawingml/2006/main">
            <a:pPr>
              <a:defRPr sz="2025" b="1">
                <a:solidFill>
                  <a:srgbClr val="F58200"/>
                </a:solidFill>
              </a:defRPr>
            </a:pPr>
            <a:r>
              <a:rPr sz="2025" b="1">
                <a:solidFill>
                  <a:srgbClr val="F58200"/>
                </a:solidFill>
              </a:rPr>
              <a:t>TBT: 0 ms en las cinco páginas. CrUX: sin datos</a:t>
            </a:r>
          </a:p>
        </p:txBody>
      </p:sp>
      <p:sp>
        <p:nvSpPr>
          <p:cNvPr id="5" name="">
            <a:extLst xmlns:a="http://schemas.openxmlformats.org/drawingml/2006/main">
              <a:ext uri="{FF2B5EF4-FFF2-40B4-BE49-F238E27FC236}">
                <a16:creationId xmlns:a16="http://schemas.microsoft.com/office/drawing/2014/main" id="{7D3E8DCE-025C-4E39-B3EF-EC3BBA09C133}"/>
              </a:ext>
            </a:extLst>
          </p:cNvPr>
          <p:cNvSpPr>
            <a:spLocks xmlns:a="http://schemas.openxmlformats.org/drawingml/2006/main" noGrp="1"/>
          </p:cNvSpPr>
          <p:nvPr/>
        </p:nvSpPr>
        <p:spPr>
          <a:xfrm xmlns:a="http://schemas.openxmlformats.org/drawingml/2006/main">
            <a:off x="609600" y="5905500"/>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55555"/>
                </a:solidFill>
              </a:defRPr>
            </a:defPPr>
            <a:lvl1pPr>
              <a:defRPr sz="1350" b="0">
                <a:solidFill>
                  <a:srgbClr val="555555"/>
                </a:solidFill>
              </a:defRPr>
            </a:lvl1pPr>
            <a:lvl2pPr>
              <a:defRPr sz="1350" b="0">
                <a:solidFill>
                  <a:srgbClr val="555555"/>
                </a:solidFill>
              </a:defRPr>
            </a:lvl2pPr>
            <a:lvl3pPr>
              <a:defRPr sz="1350" b="0">
                <a:solidFill>
                  <a:srgbClr val="555555"/>
                </a:solidFill>
              </a:defRPr>
            </a:lvl3pPr>
            <a:lvl4pPr>
              <a:defRPr sz="1350" b="0">
                <a:solidFill>
                  <a:srgbClr val="555555"/>
                </a:solidFill>
              </a:defRPr>
            </a:lvl4pPr>
            <a:lvl5pPr>
              <a:defRPr sz="1350" b="0">
                <a:solidFill>
                  <a:srgbClr val="555555"/>
                </a:solidFill>
              </a:defRPr>
            </a:lvl5pPr>
            <a:lvl6pPr>
              <a:defRPr sz="1350" b="0">
                <a:solidFill>
                  <a:srgbClr val="555555"/>
                </a:solidFill>
              </a:defRPr>
            </a:lvl6pPr>
            <a:lvl7pPr>
              <a:defRPr sz="1350" b="0">
                <a:solidFill>
                  <a:srgbClr val="555555"/>
                </a:solidFill>
              </a:defRPr>
            </a:lvl7pPr>
            <a:lvl8pPr>
              <a:defRPr sz="1350" b="0">
                <a:solidFill>
                  <a:srgbClr val="555555"/>
                </a:solidFill>
              </a:defRPr>
            </a:lvl8pPr>
            <a:lvl9pPr>
              <a:defRPr sz="1350" b="0">
                <a:solidFill>
                  <a:srgbClr val="555555"/>
                </a:solidFill>
              </a:defRPr>
            </a:lvl9pPr>
          </a:lstStyle>
          <a:p xmlns:a="http://schemas.openxmlformats.org/drawingml/2006/main">
            <a:pPr>
              <a:defRPr sz="1350" b="0">
                <a:solidFill>
                  <a:srgbClr val="555555"/>
                </a:solidFill>
              </a:defRPr>
            </a:pPr>
            <a:r>
              <a:rPr sz="1350" b="0">
                <a:solidFill>
                  <a:srgbClr val="555555"/>
                </a:solidFill>
              </a:rPr>
              <a:t>19-10-2026 · Una ejecución por página y modo · Loader sin confirmar</a:t>
            </a:r>
          </a:p>
        </p:txBody>
      </p:sp>
    </p:spTree>
    <p:extLst>
      <p:ext uri="{BB962C8B-B14F-4D97-AF65-F5344CB8AC3E}">
        <p14:creationId xmlns:p14="http://schemas.microsoft.com/office/powerpoint/2010/main" val="188920194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28A74E7-5873-4046-A4A6-54D55A9714A6}"/>
              </a:ext>
            </a:extLst>
          </p:cNvPr>
          <p:cNvSpPr>
            <a:spLocks xmlns:a="http://schemas.openxmlformats.org/drawingml/2006/main" noGrp="1"/>
          </p:cNvSpPr>
          <p:nvPr/>
        </p:nvSpPr>
        <p:spPr>
          <a:xfrm xmlns:a="http://schemas.openxmlformats.org/drawingml/2006/main">
            <a:off x="609600" y="4572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1414"/>
                </a:solidFill>
              </a:defRPr>
            </a:defPPr>
            <a:lvl1pPr>
              <a:defRPr sz="3300" b="1">
                <a:solidFill>
                  <a:srgbClr val="141414"/>
                </a:solidFill>
              </a:defRPr>
            </a:lvl1pPr>
            <a:lvl2pPr>
              <a:defRPr sz="3300" b="1">
                <a:solidFill>
                  <a:srgbClr val="141414"/>
                </a:solidFill>
              </a:defRPr>
            </a:lvl2pPr>
            <a:lvl3pPr>
              <a:defRPr sz="3300" b="1">
                <a:solidFill>
                  <a:srgbClr val="141414"/>
                </a:solidFill>
              </a:defRPr>
            </a:lvl3pPr>
            <a:lvl4pPr>
              <a:defRPr sz="3300" b="1">
                <a:solidFill>
                  <a:srgbClr val="141414"/>
                </a:solidFill>
              </a:defRPr>
            </a:lvl4pPr>
            <a:lvl5pPr>
              <a:defRPr sz="3300" b="1">
                <a:solidFill>
                  <a:srgbClr val="141414"/>
                </a:solidFill>
              </a:defRPr>
            </a:lvl5pPr>
            <a:lvl6pPr>
              <a:defRPr sz="3300" b="1">
                <a:solidFill>
                  <a:srgbClr val="141414"/>
                </a:solidFill>
              </a:defRPr>
            </a:lvl6pPr>
            <a:lvl7pPr>
              <a:defRPr sz="3300" b="1">
                <a:solidFill>
                  <a:srgbClr val="141414"/>
                </a:solidFill>
              </a:defRPr>
            </a:lvl7pPr>
            <a:lvl8pPr>
              <a:defRPr sz="3300" b="1">
                <a:solidFill>
                  <a:srgbClr val="141414"/>
                </a:solidFill>
              </a:defRPr>
            </a:lvl8pPr>
            <a:lvl9pPr>
              <a:defRPr sz="3300" b="1">
                <a:solidFill>
                  <a:srgbClr val="141414"/>
                </a:solidFill>
              </a:defRPr>
            </a:lvl9pPr>
          </a:lstStyle>
          <a:p xmlns:a="http://schemas.openxmlformats.org/drawingml/2006/main">
            <a:pPr>
              <a:defRPr sz="3300" b="1">
                <a:solidFill>
                  <a:srgbClr val="141414"/>
                </a:solidFill>
              </a:defRPr>
            </a:pPr>
            <a:r>
              <a:rPr sz="3300" b="1">
                <a:solidFill>
                  <a:srgbClr val="141414"/>
                </a:solidFill>
              </a:rPr>
              <a:t>Anexo · Escritorio</a:t>
            </a:r>
          </a:p>
        </p:txBody>
      </p:sp>
      <p:sp>
        <p:nvSpPr>
          <p:cNvPr id="2" name="">
            <a:extLst xmlns:a="http://schemas.openxmlformats.org/drawingml/2006/main">
              <a:ext uri="{FF2B5EF4-FFF2-40B4-BE49-F238E27FC236}">
                <a16:creationId xmlns:a16="http://schemas.microsoft.com/office/drawing/2014/main" id="{DE7BE1AD-0E90-4DB9-A77E-CCD3FDFF3425}"/>
              </a:ext>
            </a:extLst>
          </p:cNvPr>
          <p:cNvSpPr>
            <a:spLocks xmlns:a="http://schemas.openxmlformats.org/drawingml/2006/main" noGrp="1"/>
          </p:cNvSpPr>
          <p:nvPr/>
        </p:nvSpPr>
        <p:spPr>
          <a:xfrm xmlns:a="http://schemas.openxmlformats.org/drawingml/2006/main">
            <a:off x="11049000" y="6267450"/>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55555"/>
                </a:solidFill>
              </a:defRPr>
            </a:defPPr>
            <a:lvl1pPr>
              <a:defRPr sz="1275" b="0">
                <a:solidFill>
                  <a:srgbClr val="555555"/>
                </a:solidFill>
              </a:defRPr>
            </a:lvl1pPr>
            <a:lvl2pPr>
              <a:defRPr sz="1275" b="0">
                <a:solidFill>
                  <a:srgbClr val="555555"/>
                </a:solidFill>
              </a:defRPr>
            </a:lvl2pPr>
            <a:lvl3pPr>
              <a:defRPr sz="1275" b="0">
                <a:solidFill>
                  <a:srgbClr val="555555"/>
                </a:solidFill>
              </a:defRPr>
            </a:lvl3pPr>
            <a:lvl4pPr>
              <a:defRPr sz="1275" b="0">
                <a:solidFill>
                  <a:srgbClr val="555555"/>
                </a:solidFill>
              </a:defRPr>
            </a:lvl4pPr>
            <a:lvl5pPr>
              <a:defRPr sz="1275" b="0">
                <a:solidFill>
                  <a:srgbClr val="555555"/>
                </a:solidFill>
              </a:defRPr>
            </a:lvl5pPr>
            <a:lvl6pPr>
              <a:defRPr sz="1275" b="0">
                <a:solidFill>
                  <a:srgbClr val="555555"/>
                </a:solidFill>
              </a:defRPr>
            </a:lvl6pPr>
            <a:lvl7pPr>
              <a:defRPr sz="1275" b="0">
                <a:solidFill>
                  <a:srgbClr val="555555"/>
                </a:solidFill>
              </a:defRPr>
            </a:lvl7pPr>
            <a:lvl8pPr>
              <a:defRPr sz="1275" b="0">
                <a:solidFill>
                  <a:srgbClr val="555555"/>
                </a:solidFill>
              </a:defRPr>
            </a:lvl8pPr>
            <a:lvl9pPr>
              <a:defRPr sz="1275" b="0">
                <a:solidFill>
                  <a:srgbClr val="555555"/>
                </a:solidFill>
              </a:defRPr>
            </a:lvl9pPr>
          </a:lstStyle>
          <a:p xmlns:a="http://schemas.openxmlformats.org/drawingml/2006/main">
            <a:pPr>
              <a:defRPr sz="1275" b="0">
                <a:solidFill>
                  <a:srgbClr val="555555"/>
                </a:solidFill>
              </a:defRPr>
            </a:pPr>
            <a:r>
              <a:rPr sz="1275" b="0">
                <a:solidFill>
                  <a:srgbClr val="555555"/>
                </a:solidFill>
              </a:rPr>
              <a:t>12</a:t>
            </a:r>
          </a:p>
        </p:txBody>
      </p:sp>
      <p:graphicFrame>
        <p:nvGraphicFramePr>
          <p:cNvPr id="3" name="">
            <a:extLst xmlns:a="http://schemas.openxmlformats.org/drawingml/2006/main">
              <a:ext uri="{FF2B5EF4-FFF2-40B4-BE49-F238E27FC236}">
                <a16:creationId xmlns:a16="http://schemas.microsoft.com/office/drawing/2014/main" id="{61E598F1-89DA-466D-808B-90298AFA302E}"/>
              </a:ext>
            </a:extLst>
          </p:cNvPr>
          <p:cNvGraphicFramePr/>
          <p:nvPr/>
        </p:nvGraphicFramePr>
        <p:xfrm>
          <a:off xmlns:a="http://schemas.openxmlformats.org/drawingml/2006/main" x="609600" y="1666875"/>
          <a:ext xmlns:a="http://schemas.openxmlformats.org/drawingml/2006/main" cx="10972800" cy="3333750"/>
        </p:xfrm>
        <a:graphic xmlns:a="http://schemas.openxmlformats.org/drawingml/2006/main">
          <a:graphicData uri="http://schemas.openxmlformats.org/drawingml/2006/table">
            <a:tbl>
              <a:tblPr/>
              <a:tblGrid>
                <a:gridCol w="2333625"/>
                <a:gridCol w="1000125"/>
                <a:gridCol w="1000125"/>
                <a:gridCol w="1000125"/>
                <a:gridCol w="1000125"/>
                <a:gridCol w="1047750"/>
                <a:gridCol w="1047750"/>
                <a:gridCol w="1495425"/>
                <a:gridCol w="1047750"/>
              </a:tblGrid>
              <a:tr h="555625">
                <a:tc>
                  <a:txBody>
                    <a:bodyPr/>
                    <a:lstStyle/>
                    <a:p>
                      <a:r>
                        <a:rPr sz="1650" b="1">
                          <a:solidFill>
                            <a:srgbClr val="FFFFFF"/>
                          </a:solidFill>
                        </a:rPr>
                        <a:t>Plantilla</a:t>
                      </a:r>
                    </a:p>
                  </a:txBody>
                  <a:tcPr marL="91440" marR="91440" marT="45720" marB="45720">
                    <a:solidFill>
                      <a:srgbClr val="141414"/>
                    </a:solidFill>
                  </a:tcPr>
                </a:tc>
                <a:tc>
                  <a:txBody>
                    <a:bodyPr/>
                    <a:lstStyle/>
                    <a:p>
                      <a:r>
                        <a:rPr sz="1650" b="1">
                          <a:solidFill>
                            <a:srgbClr val="FFFFFF"/>
                          </a:solidFill>
                        </a:rPr>
                        <a:t>Rend.</a:t>
                      </a:r>
                    </a:p>
                  </a:txBody>
                  <a:tcPr marL="91440" marR="91440" marT="45720" marB="45720">
                    <a:solidFill>
                      <a:srgbClr val="141414"/>
                    </a:solidFill>
                  </a:tcPr>
                </a:tc>
                <a:tc>
                  <a:txBody>
                    <a:bodyPr/>
                    <a:lstStyle/>
                    <a:p>
                      <a:r>
                        <a:rPr sz="1650" b="1">
                          <a:solidFill>
                            <a:srgbClr val="FFFFFF"/>
                          </a:solidFill>
                        </a:rPr>
                        <a:t>Acc.</a:t>
                      </a:r>
                    </a:p>
                  </a:txBody>
                  <a:tcPr marL="91440" marR="91440" marT="45720" marB="45720">
                    <a:solidFill>
                      <a:srgbClr val="141414"/>
                    </a:solidFill>
                  </a:tcPr>
                </a:tc>
                <a:tc>
                  <a:txBody>
                    <a:bodyPr/>
                    <a:lstStyle/>
                    <a:p>
                      <a:r>
                        <a:rPr sz="1650" b="1">
                          <a:solidFill>
                            <a:srgbClr val="FFFFFF"/>
                          </a:solidFill>
                        </a:rPr>
                        <a:t>Práct.</a:t>
                      </a:r>
                    </a:p>
                  </a:txBody>
                  <a:tcPr marL="91440" marR="91440" marT="45720" marB="45720">
                    <a:solidFill>
                      <a:srgbClr val="141414"/>
                    </a:solidFill>
                  </a:tcPr>
                </a:tc>
                <a:tc>
                  <a:txBody>
                    <a:bodyPr/>
                    <a:lstStyle/>
                    <a:p>
                      <a:r>
                        <a:rPr sz="1650" b="1">
                          <a:solidFill>
                            <a:srgbClr val="FFFFFF"/>
                          </a:solidFill>
                        </a:rPr>
                        <a:t>SEO</a:t>
                      </a:r>
                    </a:p>
                  </a:txBody>
                  <a:tcPr marL="91440" marR="91440" marT="45720" marB="45720">
                    <a:solidFill>
                      <a:srgbClr val="141414"/>
                    </a:solidFill>
                  </a:tcPr>
                </a:tc>
                <a:tc>
                  <a:txBody>
                    <a:bodyPr/>
                    <a:lstStyle/>
                    <a:p>
                      <a:r>
                        <a:rPr sz="1650" b="1">
                          <a:solidFill>
                            <a:srgbClr val="FFFFFF"/>
                          </a:solidFill>
                        </a:rPr>
                        <a:t>FCP s</a:t>
                      </a:r>
                    </a:p>
                  </a:txBody>
                  <a:tcPr marL="91440" marR="91440" marT="45720" marB="45720">
                    <a:solidFill>
                      <a:srgbClr val="141414"/>
                    </a:solidFill>
                  </a:tcPr>
                </a:tc>
                <a:tc>
                  <a:txBody>
                    <a:bodyPr/>
                    <a:lstStyle/>
                    <a:p>
                      <a:r>
                        <a:rPr sz="1650" b="1">
                          <a:solidFill>
                            <a:srgbClr val="FFFFFF"/>
                          </a:solidFill>
                        </a:rPr>
                        <a:t>LCP s</a:t>
                      </a:r>
                    </a:p>
                  </a:txBody>
                  <a:tcPr marL="91440" marR="91440" marT="45720" marB="45720">
                    <a:solidFill>
                      <a:srgbClr val="141414"/>
                    </a:solidFill>
                  </a:tcPr>
                </a:tc>
                <a:tc>
                  <a:txBody>
                    <a:bodyPr/>
                    <a:lstStyle/>
                    <a:p>
                      <a:r>
                        <a:rPr sz="1650" b="1">
                          <a:solidFill>
                            <a:srgbClr val="FFFFFF"/>
                          </a:solidFill>
                        </a:rPr>
                        <a:t>CLS</a:t>
                      </a:r>
                    </a:p>
                  </a:txBody>
                  <a:tcPr marL="91440" marR="91440" marT="45720" marB="45720">
                    <a:solidFill>
                      <a:srgbClr val="141414"/>
                    </a:solidFill>
                  </a:tcPr>
                </a:tc>
                <a:tc>
                  <a:txBody>
                    <a:bodyPr/>
                    <a:lstStyle/>
                    <a:p>
                      <a:r>
                        <a:rPr sz="1650" b="1">
                          <a:solidFill>
                            <a:srgbClr val="FFFFFF"/>
                          </a:solidFill>
                        </a:rPr>
                        <a:t>SI s</a:t>
                      </a:r>
                    </a:p>
                  </a:txBody>
                  <a:tcPr marL="91440" marR="91440" marT="45720" marB="45720">
                    <a:solidFill>
                      <a:srgbClr val="141414"/>
                    </a:solidFill>
                  </a:tcPr>
                </a:tc>
              </a:tr>
              <a:tr h="555625">
                <a:tc>
                  <a:txBody>
                    <a:bodyPr/>
                    <a:lstStyle/>
                    <a:p>
                      <a:r>
                        <a:rPr sz="1650" b="0">
                          <a:solidFill>
                            <a:srgbClr val="141414"/>
                          </a:solidFill>
                        </a:rPr>
                        <a:t>Home</a:t>
                      </a:r>
                    </a:p>
                  </a:txBody>
                  <a:tcPr marL="91440" marR="91440" marT="45720" marB="45720">
                    <a:solidFill>
                      <a:srgbClr val="F4F4F4"/>
                    </a:solidFill>
                  </a:tcPr>
                </a:tc>
                <a:tc>
                  <a:txBody>
                    <a:bodyPr/>
                    <a:lstStyle/>
                    <a:p>
                      <a:r>
                        <a:rPr sz="1650" b="0">
                          <a:solidFill>
                            <a:srgbClr val="141414"/>
                          </a:solidFill>
                        </a:rPr>
                        <a:t>98</a:t>
                      </a:r>
                    </a:p>
                  </a:txBody>
                  <a:tcPr marL="91440" marR="91440" marT="45720" marB="45720">
                    <a:solidFill>
                      <a:srgbClr val="F4F4F4"/>
                    </a:solidFill>
                  </a:tcPr>
                </a:tc>
                <a:tc>
                  <a:txBody>
                    <a:bodyPr/>
                    <a:lstStyle/>
                    <a:p>
                      <a:r>
                        <a:rPr sz="1650" b="0">
                          <a:solidFill>
                            <a:srgbClr val="141414"/>
                          </a:solidFill>
                        </a:rPr>
                        <a:t>97</a:t>
                      </a:r>
                    </a:p>
                  </a:txBody>
                  <a:tcPr marL="91440" marR="91440" marT="45720" marB="45720">
                    <a:solidFill>
                      <a:srgbClr val="F4F4F4"/>
                    </a:solidFill>
                  </a:tcPr>
                </a:tc>
                <a:tc>
                  <a:txBody>
                    <a:bodyPr/>
                    <a:lstStyle/>
                    <a:p>
                      <a:r>
                        <a:rPr sz="1650" b="0">
                          <a:solidFill>
                            <a:srgbClr val="141414"/>
                          </a:solidFill>
                        </a:rPr>
                        <a:t>96</a:t>
                      </a:r>
                    </a:p>
                  </a:txBody>
                  <a:tcPr marL="91440" marR="91440" marT="45720" marB="45720">
                    <a:solidFill>
                      <a:srgbClr val="F4F4F4"/>
                    </a:solidFill>
                  </a:tcPr>
                </a:tc>
                <a:tc>
                  <a:txBody>
                    <a:bodyPr/>
                    <a:lstStyle/>
                    <a:p>
                      <a:r>
                        <a:rPr sz="1650" b="0">
                          <a:solidFill>
                            <a:srgbClr val="141414"/>
                          </a:solidFill>
                        </a:rPr>
                        <a:t>100</a:t>
                      </a:r>
                    </a:p>
                  </a:txBody>
                  <a:tcPr marL="91440" marR="91440" marT="45720" marB="45720">
                    <a:solidFill>
                      <a:srgbClr val="F4F4F4"/>
                    </a:solidFill>
                  </a:tcPr>
                </a:tc>
                <a:tc>
                  <a:txBody>
                    <a:bodyPr/>
                    <a:lstStyle/>
                    <a:p>
                      <a:r>
                        <a:rPr sz="1650" b="0">
                          <a:solidFill>
                            <a:srgbClr val="141414"/>
                          </a:solidFill>
                        </a:rPr>
                        <a:t>0,4</a:t>
                      </a:r>
                    </a:p>
                  </a:txBody>
                  <a:tcPr marL="91440" marR="91440" marT="45720" marB="45720">
                    <a:solidFill>
                      <a:srgbClr val="F4F4F4"/>
                    </a:solidFill>
                  </a:tcPr>
                </a:tc>
                <a:tc>
                  <a:txBody>
                    <a:bodyPr/>
                    <a:lstStyle/>
                    <a:p>
                      <a:r>
                        <a:rPr sz="1650" b="0">
                          <a:solidFill>
                            <a:srgbClr val="141414"/>
                          </a:solidFill>
                        </a:rPr>
                        <a:t>0,5</a:t>
                      </a:r>
                    </a:p>
                  </a:txBody>
                  <a:tcPr marL="91440" marR="91440" marT="45720" marB="45720">
                    <a:solidFill>
                      <a:srgbClr val="F4F4F4"/>
                    </a:solidFill>
                  </a:tcPr>
                </a:tc>
                <a:tc>
                  <a:txBody>
                    <a:bodyPr/>
                    <a:lstStyle/>
                    <a:p>
                      <a:r>
                        <a:rPr sz="1650" b="0">
                          <a:solidFill>
                            <a:srgbClr val="141414"/>
                          </a:solidFill>
                        </a:rPr>
                        <a:t>0,037</a:t>
                      </a:r>
                    </a:p>
                  </a:txBody>
                  <a:tcPr marL="91440" marR="91440" marT="45720" marB="45720">
                    <a:solidFill>
                      <a:srgbClr val="F4F4F4"/>
                    </a:solidFill>
                  </a:tcPr>
                </a:tc>
                <a:tc>
                  <a:txBody>
                    <a:bodyPr/>
                    <a:lstStyle/>
                    <a:p>
                      <a:r>
                        <a:rPr sz="1650" b="0">
                          <a:solidFill>
                            <a:srgbClr val="141414"/>
                          </a:solidFill>
                        </a:rPr>
                        <a:t>1,6</a:t>
                      </a:r>
                    </a:p>
                  </a:txBody>
                  <a:tcPr marL="91440" marR="91440" marT="45720" marB="45720">
                    <a:solidFill>
                      <a:srgbClr val="F4F4F4"/>
                    </a:solidFill>
                  </a:tcPr>
                </a:tc>
              </a:tr>
              <a:tr h="555625">
                <a:tc>
                  <a:txBody>
                    <a:bodyPr/>
                    <a:lstStyle/>
                    <a:p>
                      <a:r>
                        <a:rPr sz="1650" b="0">
                          <a:solidFill>
                            <a:srgbClr val="141414"/>
                          </a:solidFill>
                        </a:rPr>
                        <a:t>Agencia</a:t>
                      </a:r>
                    </a:p>
                  </a:txBody>
                  <a:tcPr marL="91440" marR="91440" marT="45720" marB="45720">
                    <a:solidFill>
                      <a:srgbClr val="FFFFFF"/>
                    </a:solidFill>
                  </a:tcPr>
                </a:tc>
                <a:tc>
                  <a:txBody>
                    <a:bodyPr/>
                    <a:lstStyle/>
                    <a:p>
                      <a:r>
                        <a:rPr sz="1650" b="0">
                          <a:solidFill>
                            <a:srgbClr val="141414"/>
                          </a:solidFill>
                        </a:rPr>
                        <a:t>83</a:t>
                      </a:r>
                    </a:p>
                  </a:txBody>
                  <a:tcPr marL="91440" marR="91440" marT="45720" marB="45720">
                    <a:solidFill>
                      <a:srgbClr val="FFFFFF"/>
                    </a:solidFill>
                  </a:tcPr>
                </a:tc>
                <a:tc>
                  <a:txBody>
                    <a:bodyPr/>
                    <a:lstStyle/>
                    <a:p>
                      <a:r>
                        <a:rPr sz="1650" b="0">
                          <a:solidFill>
                            <a:srgbClr val="141414"/>
                          </a:solidFill>
                        </a:rPr>
                        <a:t>100</a:t>
                      </a:r>
                    </a:p>
                  </a:txBody>
                  <a:tcPr marL="91440" marR="91440" marT="45720" marB="45720">
                    <a:solidFill>
                      <a:srgbClr val="FFFFFF"/>
                    </a:solidFill>
                  </a:tcPr>
                </a:tc>
                <a:tc>
                  <a:txBody>
                    <a:bodyPr/>
                    <a:lstStyle/>
                    <a:p>
                      <a:r>
                        <a:rPr sz="1650" b="0">
                          <a:solidFill>
                            <a:srgbClr val="141414"/>
                          </a:solidFill>
                        </a:rPr>
                        <a:t>100</a:t>
                      </a:r>
                    </a:p>
                  </a:txBody>
                  <a:tcPr marL="91440" marR="91440" marT="45720" marB="45720">
                    <a:solidFill>
                      <a:srgbClr val="FFFFFF"/>
                    </a:solidFill>
                  </a:tcPr>
                </a:tc>
                <a:tc>
                  <a:txBody>
                    <a:bodyPr/>
                    <a:lstStyle/>
                    <a:p>
                      <a:r>
                        <a:rPr sz="1650" b="0">
                          <a:solidFill>
                            <a:srgbClr val="141414"/>
                          </a:solidFill>
                        </a:rPr>
                        <a:t>100</a:t>
                      </a:r>
                    </a:p>
                  </a:txBody>
                  <a:tcPr marL="91440" marR="91440" marT="45720" marB="45720">
                    <a:solidFill>
                      <a:srgbClr val="FFFFFF"/>
                    </a:solidFill>
                  </a:tcPr>
                </a:tc>
                <a:tc>
                  <a:txBody>
                    <a:bodyPr/>
                    <a:lstStyle/>
                    <a:p>
                      <a:r>
                        <a:rPr sz="1650" b="0">
                          <a:solidFill>
                            <a:srgbClr val="141414"/>
                          </a:solidFill>
                        </a:rPr>
                        <a:t>0,6</a:t>
                      </a:r>
                    </a:p>
                  </a:txBody>
                  <a:tcPr marL="91440" marR="91440" marT="45720" marB="45720">
                    <a:solidFill>
                      <a:srgbClr val="FFFFFF"/>
                    </a:solidFill>
                  </a:tcPr>
                </a:tc>
                <a:tc>
                  <a:txBody>
                    <a:bodyPr/>
                    <a:lstStyle/>
                    <a:p>
                      <a:r>
                        <a:rPr sz="1650" b="0">
                          <a:solidFill>
                            <a:srgbClr val="141414"/>
                          </a:solidFill>
                        </a:rPr>
                        <a:t>0,7</a:t>
                      </a:r>
                    </a:p>
                  </a:txBody>
                  <a:tcPr marL="91440" marR="91440" marT="45720" marB="45720">
                    <a:solidFill>
                      <a:srgbClr val="FFFFFF"/>
                    </a:solidFill>
                  </a:tcPr>
                </a:tc>
                <a:tc>
                  <a:txBody>
                    <a:bodyPr/>
                    <a:lstStyle/>
                    <a:p>
                      <a:r>
                        <a:rPr sz="1650" b="0">
                          <a:solidFill>
                            <a:srgbClr val="141414"/>
                          </a:solidFill>
                        </a:rPr>
                        <a:t>0,292</a:t>
                      </a:r>
                    </a:p>
                  </a:txBody>
                  <a:tcPr marL="91440" marR="91440" marT="45720" marB="45720">
                    <a:solidFill>
                      <a:srgbClr val="FFFFFF"/>
                    </a:solidFill>
                  </a:tcPr>
                </a:tc>
                <a:tc>
                  <a:txBody>
                    <a:bodyPr/>
                    <a:lstStyle/>
                    <a:p>
                      <a:r>
                        <a:rPr sz="1650" b="0">
                          <a:solidFill>
                            <a:srgbClr val="141414"/>
                          </a:solidFill>
                        </a:rPr>
                        <a:t>1,5</a:t>
                      </a:r>
                    </a:p>
                  </a:txBody>
                  <a:tcPr marL="91440" marR="91440" marT="45720" marB="45720">
                    <a:solidFill>
                      <a:srgbClr val="FFFFFF"/>
                    </a:solidFill>
                  </a:tcPr>
                </a:tc>
              </a:tr>
              <a:tr h="555625">
                <a:tc>
                  <a:txBody>
                    <a:bodyPr/>
                    <a:lstStyle/>
                    <a:p>
                      <a:r>
                        <a:rPr sz="1650" b="0">
                          <a:solidFill>
                            <a:srgbClr val="141414"/>
                          </a:solidFill>
                        </a:rPr>
                        <a:t>Proyectos</a:t>
                      </a:r>
                    </a:p>
                  </a:txBody>
                  <a:tcPr marL="91440" marR="91440" marT="45720" marB="45720">
                    <a:solidFill>
                      <a:srgbClr val="F4F4F4"/>
                    </a:solidFill>
                  </a:tcPr>
                </a:tc>
                <a:tc>
                  <a:txBody>
                    <a:bodyPr/>
                    <a:lstStyle/>
                    <a:p>
                      <a:r>
                        <a:rPr sz="1650" b="0">
                          <a:solidFill>
                            <a:srgbClr val="141414"/>
                          </a:solidFill>
                        </a:rPr>
                        <a:t>97</a:t>
                      </a:r>
                    </a:p>
                  </a:txBody>
                  <a:tcPr marL="91440" marR="91440" marT="45720" marB="45720">
                    <a:solidFill>
                      <a:srgbClr val="F4F4F4"/>
                    </a:solidFill>
                  </a:tcPr>
                </a:tc>
                <a:tc>
                  <a:txBody>
                    <a:bodyPr/>
                    <a:lstStyle/>
                    <a:p>
                      <a:r>
                        <a:rPr sz="1650" b="0">
                          <a:solidFill>
                            <a:srgbClr val="141414"/>
                          </a:solidFill>
                        </a:rPr>
                        <a:t>96</a:t>
                      </a:r>
                    </a:p>
                  </a:txBody>
                  <a:tcPr marL="91440" marR="91440" marT="45720" marB="45720">
                    <a:solidFill>
                      <a:srgbClr val="F4F4F4"/>
                    </a:solidFill>
                  </a:tcPr>
                </a:tc>
                <a:tc>
                  <a:txBody>
                    <a:bodyPr/>
                    <a:lstStyle/>
                    <a:p>
                      <a:r>
                        <a:rPr sz="1650" b="0">
                          <a:solidFill>
                            <a:srgbClr val="141414"/>
                          </a:solidFill>
                        </a:rPr>
                        <a:t>100</a:t>
                      </a:r>
                    </a:p>
                  </a:txBody>
                  <a:tcPr marL="91440" marR="91440" marT="45720" marB="45720">
                    <a:solidFill>
                      <a:srgbClr val="F4F4F4"/>
                    </a:solidFill>
                  </a:tcPr>
                </a:tc>
                <a:tc>
                  <a:txBody>
                    <a:bodyPr/>
                    <a:lstStyle/>
                    <a:p>
                      <a:r>
                        <a:rPr sz="1650" b="0">
                          <a:solidFill>
                            <a:srgbClr val="141414"/>
                          </a:solidFill>
                        </a:rPr>
                        <a:t>92</a:t>
                      </a:r>
                    </a:p>
                  </a:txBody>
                  <a:tcPr marL="91440" marR="91440" marT="45720" marB="45720">
                    <a:solidFill>
                      <a:srgbClr val="F4F4F4"/>
                    </a:solidFill>
                  </a:tcPr>
                </a:tc>
                <a:tc>
                  <a:txBody>
                    <a:bodyPr/>
                    <a:lstStyle/>
                    <a:p>
                      <a:r>
                        <a:rPr sz="1650" b="0">
                          <a:solidFill>
                            <a:srgbClr val="141414"/>
                          </a:solidFill>
                        </a:rPr>
                        <a:t>0,6</a:t>
                      </a:r>
                    </a:p>
                  </a:txBody>
                  <a:tcPr marL="91440" marR="91440" marT="45720" marB="45720">
                    <a:solidFill>
                      <a:srgbClr val="F4F4F4"/>
                    </a:solidFill>
                  </a:tcPr>
                </a:tc>
                <a:tc>
                  <a:txBody>
                    <a:bodyPr/>
                    <a:lstStyle/>
                    <a:p>
                      <a:r>
                        <a:rPr sz="1650" b="0">
                          <a:solidFill>
                            <a:srgbClr val="141414"/>
                          </a:solidFill>
                        </a:rPr>
                        <a:t>0,7</a:t>
                      </a:r>
                    </a:p>
                  </a:txBody>
                  <a:tcPr marL="91440" marR="91440" marT="45720" marB="45720">
                    <a:solidFill>
                      <a:srgbClr val="F4F4F4"/>
                    </a:solidFill>
                  </a:tcPr>
                </a:tc>
                <a:tc>
                  <a:txBody>
                    <a:bodyPr/>
                    <a:lstStyle/>
                    <a:p>
                      <a:r>
                        <a:rPr sz="1650" b="0">
                          <a:solidFill>
                            <a:srgbClr val="141414"/>
                          </a:solidFill>
                        </a:rPr>
                        <a:t>0,041</a:t>
                      </a:r>
                    </a:p>
                  </a:txBody>
                  <a:tcPr marL="91440" marR="91440" marT="45720" marB="45720">
                    <a:solidFill>
                      <a:srgbClr val="F4F4F4"/>
                    </a:solidFill>
                  </a:tcPr>
                </a:tc>
                <a:tc>
                  <a:txBody>
                    <a:bodyPr/>
                    <a:lstStyle/>
                    <a:p>
                      <a:r>
                        <a:rPr sz="1650" b="0">
                          <a:solidFill>
                            <a:srgbClr val="141414"/>
                          </a:solidFill>
                        </a:rPr>
                        <a:t>1,6</a:t>
                      </a:r>
                    </a:p>
                  </a:txBody>
                  <a:tcPr marL="91440" marR="91440" marT="45720" marB="45720">
                    <a:solidFill>
                      <a:srgbClr val="F4F4F4"/>
                    </a:solidFill>
                  </a:tcPr>
                </a:tc>
              </a:tr>
              <a:tr h="555625">
                <a:tc>
                  <a:txBody>
                    <a:bodyPr/>
                    <a:lstStyle/>
                    <a:p>
                      <a:r>
                        <a:rPr sz="1650" b="0">
                          <a:solidFill>
                            <a:srgbClr val="141414"/>
                          </a:solidFill>
                        </a:rPr>
                        <a:t>Desarrollo web</a:t>
                      </a:r>
                    </a:p>
                  </a:txBody>
                  <a:tcPr marL="91440" marR="91440" marT="45720" marB="45720">
                    <a:solidFill>
                      <a:srgbClr val="FFFFFF"/>
                    </a:solidFill>
                  </a:tcPr>
                </a:tc>
                <a:tc>
                  <a:txBody>
                    <a:bodyPr/>
                    <a:lstStyle/>
                    <a:p>
                      <a:r>
                        <a:rPr sz="1650" b="0">
                          <a:solidFill>
                            <a:srgbClr val="141414"/>
                          </a:solidFill>
                        </a:rPr>
                        <a:t>97</a:t>
                      </a:r>
                    </a:p>
                  </a:txBody>
                  <a:tcPr marL="91440" marR="91440" marT="45720" marB="45720">
                    <a:solidFill>
                      <a:srgbClr val="FFFFFF"/>
                    </a:solidFill>
                  </a:tcPr>
                </a:tc>
                <a:tc>
                  <a:txBody>
                    <a:bodyPr/>
                    <a:lstStyle/>
                    <a:p>
                      <a:r>
                        <a:rPr sz="1650" b="0">
                          <a:solidFill>
                            <a:srgbClr val="141414"/>
                          </a:solidFill>
                        </a:rPr>
                        <a:t>100</a:t>
                      </a:r>
                    </a:p>
                  </a:txBody>
                  <a:tcPr marL="91440" marR="91440" marT="45720" marB="45720">
                    <a:solidFill>
                      <a:srgbClr val="FFFFFF"/>
                    </a:solidFill>
                  </a:tcPr>
                </a:tc>
                <a:tc>
                  <a:txBody>
                    <a:bodyPr/>
                    <a:lstStyle/>
                    <a:p>
                      <a:r>
                        <a:rPr sz="1650" b="0">
                          <a:solidFill>
                            <a:srgbClr val="141414"/>
                          </a:solidFill>
                        </a:rPr>
                        <a:t>100</a:t>
                      </a:r>
                    </a:p>
                  </a:txBody>
                  <a:tcPr marL="91440" marR="91440" marT="45720" marB="45720">
                    <a:solidFill>
                      <a:srgbClr val="FFFFFF"/>
                    </a:solidFill>
                  </a:tcPr>
                </a:tc>
                <a:tc>
                  <a:txBody>
                    <a:bodyPr/>
                    <a:lstStyle/>
                    <a:p>
                      <a:r>
                        <a:rPr sz="1650" b="0">
                          <a:solidFill>
                            <a:srgbClr val="141414"/>
                          </a:solidFill>
                        </a:rPr>
                        <a:t>100</a:t>
                      </a:r>
                    </a:p>
                  </a:txBody>
                  <a:tcPr marL="91440" marR="91440" marT="45720" marB="45720">
                    <a:solidFill>
                      <a:srgbClr val="FFFFFF"/>
                    </a:solidFill>
                  </a:tcPr>
                </a:tc>
                <a:tc>
                  <a:txBody>
                    <a:bodyPr/>
                    <a:lstStyle/>
                    <a:p>
                      <a:r>
                        <a:rPr sz="1650" b="0">
                          <a:solidFill>
                            <a:srgbClr val="141414"/>
                          </a:solidFill>
                        </a:rPr>
                        <a:t>0,5</a:t>
                      </a:r>
                    </a:p>
                  </a:txBody>
                  <a:tcPr marL="91440" marR="91440" marT="45720" marB="45720">
                    <a:solidFill>
                      <a:srgbClr val="FFFFFF"/>
                    </a:solidFill>
                  </a:tcPr>
                </a:tc>
                <a:tc>
                  <a:txBody>
                    <a:bodyPr/>
                    <a:lstStyle/>
                    <a:p>
                      <a:r>
                        <a:rPr sz="1650" b="0">
                          <a:solidFill>
                            <a:srgbClr val="141414"/>
                          </a:solidFill>
                        </a:rPr>
                        <a:t>0,7</a:t>
                      </a:r>
                    </a:p>
                  </a:txBody>
                  <a:tcPr marL="91440" marR="91440" marT="45720" marB="45720">
                    <a:solidFill>
                      <a:srgbClr val="FFFFFF"/>
                    </a:solidFill>
                  </a:tcPr>
                </a:tc>
                <a:tc>
                  <a:txBody>
                    <a:bodyPr/>
                    <a:lstStyle/>
                    <a:p>
                      <a:r>
                        <a:rPr sz="1650" b="0">
                          <a:solidFill>
                            <a:srgbClr val="141414"/>
                          </a:solidFill>
                        </a:rPr>
                        <a:t>0,017</a:t>
                      </a:r>
                    </a:p>
                  </a:txBody>
                  <a:tcPr marL="91440" marR="91440" marT="45720" marB="45720">
                    <a:solidFill>
                      <a:srgbClr val="FFFFFF"/>
                    </a:solidFill>
                  </a:tcPr>
                </a:tc>
                <a:tc>
                  <a:txBody>
                    <a:bodyPr/>
                    <a:lstStyle/>
                    <a:p>
                      <a:r>
                        <a:rPr sz="1650" b="0">
                          <a:solidFill>
                            <a:srgbClr val="141414"/>
                          </a:solidFill>
                        </a:rPr>
                        <a:t>1,7</a:t>
                      </a:r>
                    </a:p>
                  </a:txBody>
                  <a:tcPr marL="91440" marR="91440" marT="45720" marB="45720">
                    <a:solidFill>
                      <a:srgbClr val="FFFFFF"/>
                    </a:solidFill>
                  </a:tcPr>
                </a:tc>
              </a:tr>
              <a:tr h="555625">
                <a:tc>
                  <a:txBody>
                    <a:bodyPr/>
                    <a:lstStyle/>
                    <a:p>
                      <a:r>
                        <a:rPr sz="1650" b="0">
                          <a:solidFill>
                            <a:srgbClr val="141414"/>
                          </a:solidFill>
                        </a:rPr>
                        <a:t>WordPress</a:t>
                      </a:r>
                    </a:p>
                  </a:txBody>
                  <a:tcPr marL="91440" marR="91440" marT="45720" marB="45720">
                    <a:solidFill>
                      <a:srgbClr val="F4F4F4"/>
                    </a:solidFill>
                  </a:tcPr>
                </a:tc>
                <a:tc>
                  <a:txBody>
                    <a:bodyPr/>
                    <a:lstStyle/>
                    <a:p>
                      <a:r>
                        <a:rPr sz="1650" b="0">
                          <a:solidFill>
                            <a:srgbClr val="141414"/>
                          </a:solidFill>
                        </a:rPr>
                        <a:t>98</a:t>
                      </a:r>
                    </a:p>
                  </a:txBody>
                  <a:tcPr marL="91440" marR="91440" marT="45720" marB="45720">
                    <a:solidFill>
                      <a:srgbClr val="F4F4F4"/>
                    </a:solidFill>
                  </a:tcPr>
                </a:tc>
                <a:tc>
                  <a:txBody>
                    <a:bodyPr/>
                    <a:lstStyle/>
                    <a:p>
                      <a:r>
                        <a:rPr sz="1650" b="0">
                          <a:solidFill>
                            <a:srgbClr val="141414"/>
                          </a:solidFill>
                        </a:rPr>
                        <a:t>100</a:t>
                      </a:r>
                    </a:p>
                  </a:txBody>
                  <a:tcPr marL="91440" marR="91440" marT="45720" marB="45720">
                    <a:solidFill>
                      <a:srgbClr val="F4F4F4"/>
                    </a:solidFill>
                  </a:tcPr>
                </a:tc>
                <a:tc>
                  <a:txBody>
                    <a:bodyPr/>
                    <a:lstStyle/>
                    <a:p>
                      <a:r>
                        <a:rPr sz="1650" b="0">
                          <a:solidFill>
                            <a:srgbClr val="141414"/>
                          </a:solidFill>
                        </a:rPr>
                        <a:t>100</a:t>
                      </a:r>
                    </a:p>
                  </a:txBody>
                  <a:tcPr marL="91440" marR="91440" marT="45720" marB="45720">
                    <a:solidFill>
                      <a:srgbClr val="F4F4F4"/>
                    </a:solidFill>
                  </a:tcPr>
                </a:tc>
                <a:tc>
                  <a:txBody>
                    <a:bodyPr/>
                    <a:lstStyle/>
                    <a:p>
                      <a:r>
                        <a:rPr sz="1650" b="0">
                          <a:solidFill>
                            <a:srgbClr val="141414"/>
                          </a:solidFill>
                        </a:rPr>
                        <a:t>100</a:t>
                      </a:r>
                    </a:p>
                  </a:txBody>
                  <a:tcPr marL="91440" marR="91440" marT="45720" marB="45720">
                    <a:solidFill>
                      <a:srgbClr val="F4F4F4"/>
                    </a:solidFill>
                  </a:tcPr>
                </a:tc>
                <a:tc>
                  <a:txBody>
                    <a:bodyPr/>
                    <a:lstStyle/>
                    <a:p>
                      <a:r>
                        <a:rPr sz="1650" b="0">
                          <a:solidFill>
                            <a:srgbClr val="141414"/>
                          </a:solidFill>
                        </a:rPr>
                        <a:t>0,5</a:t>
                      </a:r>
                    </a:p>
                  </a:txBody>
                  <a:tcPr marL="91440" marR="91440" marT="45720" marB="45720">
                    <a:solidFill>
                      <a:srgbClr val="F4F4F4"/>
                    </a:solidFill>
                  </a:tcPr>
                </a:tc>
                <a:tc>
                  <a:txBody>
                    <a:bodyPr/>
                    <a:lstStyle/>
                    <a:p>
                      <a:r>
                        <a:rPr sz="1650" b="0">
                          <a:solidFill>
                            <a:srgbClr val="141414"/>
                          </a:solidFill>
                        </a:rPr>
                        <a:t>0,6</a:t>
                      </a:r>
                    </a:p>
                  </a:txBody>
                  <a:tcPr marL="91440" marR="91440" marT="45720" marB="45720">
                    <a:solidFill>
                      <a:srgbClr val="F4F4F4"/>
                    </a:solidFill>
                  </a:tcPr>
                </a:tc>
                <a:tc>
                  <a:txBody>
                    <a:bodyPr/>
                    <a:lstStyle/>
                    <a:p>
                      <a:r>
                        <a:rPr sz="1650" b="0">
                          <a:solidFill>
                            <a:srgbClr val="141414"/>
                          </a:solidFill>
                        </a:rPr>
                        <a:t>0,011</a:t>
                      </a:r>
                    </a:p>
                  </a:txBody>
                  <a:tcPr marL="91440" marR="91440" marT="45720" marB="45720">
                    <a:solidFill>
                      <a:srgbClr val="F4F4F4"/>
                    </a:solidFill>
                  </a:tcPr>
                </a:tc>
                <a:tc>
                  <a:txBody>
                    <a:bodyPr/>
                    <a:lstStyle/>
                    <a:p>
                      <a:r>
                        <a:rPr sz="1650" b="0">
                          <a:solidFill>
                            <a:srgbClr val="141414"/>
                          </a:solidFill>
                        </a:rPr>
                        <a:t>1,6</a:t>
                      </a:r>
                    </a:p>
                  </a:txBody>
                  <a:tcPr marL="91440" marR="91440" marT="45720" marB="45720">
                    <a:solidFill>
                      <a:srgbClr val="F4F4F4"/>
                    </a:solidFill>
                  </a:tcPr>
                </a:tc>
              </a:tr>
            </a:tbl>
          </a:graphicData>
        </a:graphic>
      </p:graphicFrame>
      <p:sp>
        <p:nvSpPr>
          <p:cNvPr id="4" name="">
            <a:extLst xmlns:a="http://schemas.openxmlformats.org/drawingml/2006/main">
              <a:ext uri="{FF2B5EF4-FFF2-40B4-BE49-F238E27FC236}">
                <a16:creationId xmlns:a16="http://schemas.microsoft.com/office/drawing/2014/main" id="{DBD94E0D-01E4-4078-BC91-095B9FA7623C}"/>
              </a:ext>
            </a:extLst>
          </p:cNvPr>
          <p:cNvSpPr>
            <a:spLocks xmlns:a="http://schemas.openxmlformats.org/drawingml/2006/main" noGrp="1"/>
          </p:cNvSpPr>
          <p:nvPr/>
        </p:nvSpPr>
        <p:spPr>
          <a:xfrm xmlns:a="http://schemas.openxmlformats.org/drawingml/2006/main">
            <a:off x="609600" y="53530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F58200"/>
                </a:solidFill>
              </a:defRPr>
            </a:defPPr>
            <a:lvl1pPr>
              <a:defRPr sz="2025" b="1">
                <a:solidFill>
                  <a:srgbClr val="F58200"/>
                </a:solidFill>
              </a:defRPr>
            </a:lvl1pPr>
            <a:lvl2pPr>
              <a:defRPr sz="2025" b="1">
                <a:solidFill>
                  <a:srgbClr val="F58200"/>
                </a:solidFill>
              </a:defRPr>
            </a:lvl2pPr>
            <a:lvl3pPr>
              <a:defRPr sz="2025" b="1">
                <a:solidFill>
                  <a:srgbClr val="F58200"/>
                </a:solidFill>
              </a:defRPr>
            </a:lvl3pPr>
            <a:lvl4pPr>
              <a:defRPr sz="2025" b="1">
                <a:solidFill>
                  <a:srgbClr val="F58200"/>
                </a:solidFill>
              </a:defRPr>
            </a:lvl4pPr>
            <a:lvl5pPr>
              <a:defRPr sz="2025" b="1">
                <a:solidFill>
                  <a:srgbClr val="F58200"/>
                </a:solidFill>
              </a:defRPr>
            </a:lvl5pPr>
            <a:lvl6pPr>
              <a:defRPr sz="2025" b="1">
                <a:solidFill>
                  <a:srgbClr val="F58200"/>
                </a:solidFill>
              </a:defRPr>
            </a:lvl6pPr>
            <a:lvl7pPr>
              <a:defRPr sz="2025" b="1">
                <a:solidFill>
                  <a:srgbClr val="F58200"/>
                </a:solidFill>
              </a:defRPr>
            </a:lvl7pPr>
            <a:lvl8pPr>
              <a:defRPr sz="2025" b="1">
                <a:solidFill>
                  <a:srgbClr val="F58200"/>
                </a:solidFill>
              </a:defRPr>
            </a:lvl8pPr>
            <a:lvl9pPr>
              <a:defRPr sz="2025" b="1">
                <a:solidFill>
                  <a:srgbClr val="F58200"/>
                </a:solidFill>
              </a:defRPr>
            </a:lvl9pPr>
          </a:lstStyle>
          <a:p xmlns:a="http://schemas.openxmlformats.org/drawingml/2006/main">
            <a:pPr>
              <a:defRPr sz="2025" b="1">
                <a:solidFill>
                  <a:srgbClr val="F58200"/>
                </a:solidFill>
              </a:defRPr>
            </a:pPr>
            <a:r>
              <a:rPr sz="2025" b="1">
                <a:solidFill>
                  <a:srgbClr val="F58200"/>
                </a:solidFill>
              </a:rPr>
              <a:t>TBT: 0 ms en las cinco páginas. CrUX: sin datos</a:t>
            </a:r>
          </a:p>
        </p:txBody>
      </p:sp>
      <p:sp>
        <p:nvSpPr>
          <p:cNvPr id="5" name="">
            <a:extLst xmlns:a="http://schemas.openxmlformats.org/drawingml/2006/main">
              <a:ext uri="{FF2B5EF4-FFF2-40B4-BE49-F238E27FC236}">
                <a16:creationId xmlns:a16="http://schemas.microsoft.com/office/drawing/2014/main" id="{396188F3-B3E5-4030-8388-FF3B225ABB28}"/>
              </a:ext>
            </a:extLst>
          </p:cNvPr>
          <p:cNvSpPr>
            <a:spLocks xmlns:a="http://schemas.openxmlformats.org/drawingml/2006/main" noGrp="1"/>
          </p:cNvSpPr>
          <p:nvPr/>
        </p:nvSpPr>
        <p:spPr>
          <a:xfrm xmlns:a="http://schemas.openxmlformats.org/drawingml/2006/main">
            <a:off x="609600" y="5905500"/>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55555"/>
                </a:solidFill>
              </a:defRPr>
            </a:defPPr>
            <a:lvl1pPr>
              <a:defRPr sz="1350" b="0">
                <a:solidFill>
                  <a:srgbClr val="555555"/>
                </a:solidFill>
              </a:defRPr>
            </a:lvl1pPr>
            <a:lvl2pPr>
              <a:defRPr sz="1350" b="0">
                <a:solidFill>
                  <a:srgbClr val="555555"/>
                </a:solidFill>
              </a:defRPr>
            </a:lvl2pPr>
            <a:lvl3pPr>
              <a:defRPr sz="1350" b="0">
                <a:solidFill>
                  <a:srgbClr val="555555"/>
                </a:solidFill>
              </a:defRPr>
            </a:lvl3pPr>
            <a:lvl4pPr>
              <a:defRPr sz="1350" b="0">
                <a:solidFill>
                  <a:srgbClr val="555555"/>
                </a:solidFill>
              </a:defRPr>
            </a:lvl4pPr>
            <a:lvl5pPr>
              <a:defRPr sz="1350" b="0">
                <a:solidFill>
                  <a:srgbClr val="555555"/>
                </a:solidFill>
              </a:defRPr>
            </a:lvl5pPr>
            <a:lvl6pPr>
              <a:defRPr sz="1350" b="0">
                <a:solidFill>
                  <a:srgbClr val="555555"/>
                </a:solidFill>
              </a:defRPr>
            </a:lvl6pPr>
            <a:lvl7pPr>
              <a:defRPr sz="1350" b="0">
                <a:solidFill>
                  <a:srgbClr val="555555"/>
                </a:solidFill>
              </a:defRPr>
            </a:lvl7pPr>
            <a:lvl8pPr>
              <a:defRPr sz="1350" b="0">
                <a:solidFill>
                  <a:srgbClr val="555555"/>
                </a:solidFill>
              </a:defRPr>
            </a:lvl8pPr>
            <a:lvl9pPr>
              <a:defRPr sz="1350" b="0">
                <a:solidFill>
                  <a:srgbClr val="555555"/>
                </a:solidFill>
              </a:defRPr>
            </a:lvl9pPr>
          </a:lstStyle>
          <a:p xmlns:a="http://schemas.openxmlformats.org/drawingml/2006/main">
            <a:pPr>
              <a:defRPr sz="1350" b="0">
                <a:solidFill>
                  <a:srgbClr val="555555"/>
                </a:solidFill>
              </a:defRPr>
            </a:pPr>
            <a:r>
              <a:rPr sz="1350" b="0">
                <a:solidFill>
                  <a:srgbClr val="555555"/>
                </a:solidFill>
              </a:rPr>
              <a:t>19-10-2026 · Una ejecución por página y modo · Loader sin confirmar</a:t>
            </a:r>
          </a:p>
        </p:txBody>
      </p:sp>
    </p:spTree>
    <p:extLst>
      <p:ext uri="{BB962C8B-B14F-4D97-AF65-F5344CB8AC3E}">
        <p14:creationId xmlns:p14="http://schemas.microsoft.com/office/powerpoint/2010/main" val="4181210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2026-10-19T09:07:54.1280000Z</dcterms:created>
  <dcterms:modified xsi:type="dcterms:W3CDTF">2026-10-19T09:07:54.1280000Z</dcterms:modified>
</coreProperties>
</file>